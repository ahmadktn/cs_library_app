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00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7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0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6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0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3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6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1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C5277-01E1-44F6-866E-D6C90856ECAB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729D8-7056-4523-B5AD-69BA78D69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5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51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Lecture 1: Overview of Artificial </a:t>
            </a:r>
            <a:r>
              <a:rPr lang="en-US" b="1" dirty="0" smtClean="0"/>
              <a:t>Intelligence</a:t>
            </a:r>
          </a:p>
          <a:p>
            <a:r>
              <a:rPr lang="en-US" dirty="0"/>
              <a:t>1.1 Definition and Scope of Artificial Intelligence</a:t>
            </a:r>
          </a:p>
          <a:p>
            <a:r>
              <a:rPr lang="en-US" dirty="0"/>
              <a:t>Introduction to the concept of AI</a:t>
            </a:r>
          </a:p>
          <a:p>
            <a:r>
              <a:rPr lang="en-US" dirty="0"/>
              <a:t>Historical background and milestones</a:t>
            </a:r>
          </a:p>
          <a:p>
            <a:r>
              <a:rPr lang="en-US" dirty="0"/>
              <a:t>Understanding the scope of AI applications</a:t>
            </a:r>
          </a:p>
          <a:p>
            <a:r>
              <a:rPr lang="en-US" dirty="0"/>
              <a:t>1.2 Goals and Objectives of AI</a:t>
            </a:r>
          </a:p>
          <a:p>
            <a:r>
              <a:rPr lang="en-US" dirty="0"/>
              <a:t>Exploring the goals of AI research</a:t>
            </a:r>
          </a:p>
          <a:p>
            <a:r>
              <a:rPr lang="en-US" dirty="0"/>
              <a:t>Understanding the objectives of developing AI </a:t>
            </a:r>
            <a:r>
              <a:rPr lang="en-US" dirty="0" smtClean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27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1.3 Branches of AI</a:t>
            </a:r>
          </a:p>
          <a:p>
            <a:r>
              <a:rPr lang="en-US" dirty="0" smtClean="0"/>
              <a:t>Overview of different branches of AI such as:</a:t>
            </a:r>
          </a:p>
          <a:p>
            <a:pPr lvl="1"/>
            <a:r>
              <a:rPr lang="en-US" dirty="0" smtClean="0"/>
              <a:t>Machine Learning</a:t>
            </a:r>
          </a:p>
          <a:p>
            <a:pPr lvl="1"/>
            <a:r>
              <a:rPr lang="en-US" dirty="0" smtClean="0"/>
              <a:t>Natural Language Processing</a:t>
            </a:r>
          </a:p>
          <a:p>
            <a:pPr lvl="1"/>
            <a:r>
              <a:rPr lang="en-US" dirty="0" smtClean="0"/>
              <a:t>Computer Vision</a:t>
            </a:r>
          </a:p>
          <a:p>
            <a:pPr lvl="1"/>
            <a:r>
              <a:rPr lang="en-US" dirty="0" smtClean="0"/>
              <a:t>Robotics</a:t>
            </a:r>
          </a:p>
          <a:p>
            <a:pPr lvl="1"/>
            <a:r>
              <a:rPr lang="en-US" dirty="0" smtClean="0"/>
              <a:t>Expert Systems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84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1.4 Importance and Impact of AI</a:t>
            </a:r>
          </a:p>
          <a:p>
            <a:r>
              <a:rPr lang="en-US" dirty="0" smtClean="0"/>
              <a:t>Discussing the significance of AI in various fields</a:t>
            </a:r>
          </a:p>
          <a:p>
            <a:r>
              <a:rPr lang="en-US" dirty="0" smtClean="0"/>
              <a:t>Examining the impact of AI on society, economy, and ethics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97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 2: Foundations of Artificial Intelligence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2.1 Logic and Reasoning</a:t>
            </a:r>
          </a:p>
          <a:p>
            <a:r>
              <a:rPr lang="en-US" dirty="0"/>
              <a:t>Introduction to symbolic logic</a:t>
            </a:r>
          </a:p>
          <a:p>
            <a:r>
              <a:rPr lang="en-US" dirty="0"/>
              <a:t>Propositional and predicate logic</a:t>
            </a:r>
          </a:p>
          <a:p>
            <a:r>
              <a:rPr lang="en-US" dirty="0"/>
              <a:t>Reasoning techniques in AI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64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2.2 Search Algorithms</a:t>
            </a:r>
          </a:p>
          <a:p>
            <a:r>
              <a:rPr lang="en-US" dirty="0"/>
              <a:t>Overview of search problems and solutions</a:t>
            </a:r>
          </a:p>
          <a:p>
            <a:r>
              <a:rPr lang="en-US" dirty="0"/>
              <a:t>Popular search algorithms:</a:t>
            </a:r>
          </a:p>
          <a:p>
            <a:pPr lvl="1"/>
            <a:r>
              <a:rPr lang="en-US" dirty="0"/>
              <a:t>Depth-First Search</a:t>
            </a:r>
          </a:p>
          <a:p>
            <a:pPr lvl="1"/>
            <a:r>
              <a:rPr lang="en-US" dirty="0"/>
              <a:t>Breadth-First Search</a:t>
            </a:r>
          </a:p>
          <a:p>
            <a:pPr lvl="1"/>
            <a:r>
              <a:rPr lang="en-US" dirty="0"/>
              <a:t>A* Search</a:t>
            </a:r>
          </a:p>
          <a:p>
            <a:pPr lvl="1"/>
            <a:r>
              <a:rPr lang="en-US" dirty="0"/>
              <a:t>Iterative Deepening Depth-First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2.3 Knowledge Representation</a:t>
            </a:r>
          </a:p>
          <a:p>
            <a:r>
              <a:rPr lang="en-US" dirty="0"/>
              <a:t>Importance of knowledge representation in AI</a:t>
            </a:r>
          </a:p>
          <a:p>
            <a:r>
              <a:rPr lang="en-US" dirty="0"/>
              <a:t>Different approaches to knowledge representation:</a:t>
            </a:r>
          </a:p>
          <a:p>
            <a:pPr lvl="1"/>
            <a:r>
              <a:rPr lang="en-US" dirty="0"/>
              <a:t>Semantic Networks</a:t>
            </a:r>
          </a:p>
          <a:p>
            <a:pPr lvl="1"/>
            <a:r>
              <a:rPr lang="en-US" dirty="0"/>
              <a:t>Frames</a:t>
            </a:r>
          </a:p>
          <a:p>
            <a:pPr lvl="1"/>
            <a:r>
              <a:rPr lang="en-US" dirty="0"/>
              <a:t>Rule-based systems</a:t>
            </a:r>
          </a:p>
          <a:p>
            <a:pPr lvl="1"/>
            <a:r>
              <a:rPr lang="en-US" dirty="0"/>
              <a:t>Ontologies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67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 3: Machine Learning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3.1 Introduction to Machine Learning</a:t>
            </a:r>
          </a:p>
          <a:p>
            <a:r>
              <a:rPr lang="en-US" dirty="0"/>
              <a:t>Definition and objectives of machine learning</a:t>
            </a:r>
          </a:p>
          <a:p>
            <a:r>
              <a:rPr lang="en-US" dirty="0"/>
              <a:t>Types of machine learning: supervised, unsupervised, and reinforcement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9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3.2 Supervised Learning</a:t>
            </a:r>
          </a:p>
          <a:p>
            <a:r>
              <a:rPr lang="en-US" dirty="0"/>
              <a:t>Concepts of supervised learning</a:t>
            </a:r>
          </a:p>
          <a:p>
            <a:r>
              <a:rPr lang="en-US" dirty="0"/>
              <a:t>Algorithms: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Trees</a:t>
            </a:r>
          </a:p>
          <a:p>
            <a:pPr lvl="1"/>
            <a:r>
              <a:rPr lang="en-US" dirty="0"/>
              <a:t>Support Vector Machines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14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3.3 Unsupervised Learning</a:t>
            </a:r>
          </a:p>
          <a:p>
            <a:r>
              <a:rPr lang="en-US" dirty="0"/>
              <a:t>Concepts of unsupervised learning</a:t>
            </a:r>
          </a:p>
          <a:p>
            <a:r>
              <a:rPr lang="en-US" dirty="0"/>
              <a:t>Algorithms:</a:t>
            </a:r>
          </a:p>
          <a:p>
            <a:pPr lvl="1"/>
            <a:r>
              <a:rPr lang="en-US" dirty="0"/>
              <a:t>K-Means </a:t>
            </a:r>
            <a:r>
              <a:rPr lang="en-US" dirty="0" smtClean="0"/>
              <a:t>Clustering</a:t>
            </a:r>
            <a:endParaRPr lang="en-US" dirty="0"/>
          </a:p>
          <a:p>
            <a:pPr lvl="1"/>
            <a:r>
              <a:rPr lang="en-US" dirty="0"/>
              <a:t>Principal Component Analysis (PCA)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86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 4: Advanced Topics in Artificial Intelligence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4.1 Neural Networks</a:t>
            </a:r>
          </a:p>
          <a:p>
            <a:r>
              <a:rPr lang="en-US" dirty="0"/>
              <a:t>Introduction to artificial neural networks (ANN)</a:t>
            </a:r>
          </a:p>
          <a:p>
            <a:r>
              <a:rPr lang="en-US" dirty="0"/>
              <a:t>Architecture and functioning of neural networks</a:t>
            </a:r>
          </a:p>
          <a:p>
            <a:r>
              <a:rPr lang="en-US" dirty="0"/>
              <a:t>Types of neural networks:</a:t>
            </a:r>
          </a:p>
          <a:p>
            <a:pPr lvl="1"/>
            <a:r>
              <a:rPr lang="en-US" dirty="0"/>
              <a:t>Feedforward Neural Networks</a:t>
            </a:r>
          </a:p>
          <a:p>
            <a:pPr lvl="1"/>
            <a:r>
              <a:rPr lang="en-US" dirty="0"/>
              <a:t>Convolutional Neural Networks (CNN)</a:t>
            </a:r>
          </a:p>
          <a:p>
            <a:pPr lvl="1"/>
            <a:r>
              <a:rPr lang="en-US" dirty="0"/>
              <a:t>Recurrent Neural Networks (RNN)</a:t>
            </a:r>
          </a:p>
          <a:p>
            <a:pPr lvl="1"/>
            <a:r>
              <a:rPr lang="en-US" dirty="0"/>
              <a:t>Generative Adversarial Networks (GAN)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66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 1: Overview of Artificial Intelligence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 and Scope of Artificial </a:t>
            </a:r>
            <a:r>
              <a:rPr lang="en-US" b="1" dirty="0" smtClean="0"/>
              <a:t>Intelligence:</a:t>
            </a:r>
          </a:p>
          <a:p>
            <a:r>
              <a:rPr lang="en-US" dirty="0"/>
              <a:t>Artificial Intelligence (AI) refers to the simulation of human intelligence in machines that are programmed to think and act like humans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These machines are designed to mimic cognitive functions such as learning, problem-solving, perception,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6314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scope of AI is vast and encompasses various domains, including but not limited to:</a:t>
            </a:r>
          </a:p>
          <a:p>
            <a:r>
              <a:rPr lang="en-US" dirty="0"/>
              <a:t>Robotics</a:t>
            </a:r>
          </a:p>
          <a:p>
            <a:r>
              <a:rPr lang="en-US" dirty="0"/>
              <a:t>Natural Language Processing (NLP)</a:t>
            </a:r>
          </a:p>
          <a:p>
            <a:r>
              <a:rPr lang="en-US" dirty="0"/>
              <a:t>Machine Learning (ML)</a:t>
            </a:r>
          </a:p>
          <a:p>
            <a:r>
              <a:rPr lang="en-US" dirty="0"/>
              <a:t>Computer Vision</a:t>
            </a:r>
          </a:p>
          <a:p>
            <a:r>
              <a:rPr lang="en-US" dirty="0"/>
              <a:t>Expert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82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Historical Background and Milestones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 has a rich history dating back to ancient times when humans attempted to create mechanical devices that could perform intelligent tasks.</a:t>
            </a:r>
          </a:p>
          <a:p>
            <a:r>
              <a:rPr lang="en-US" dirty="0"/>
              <a:t>Key milestones in the history of AI include:</a:t>
            </a:r>
          </a:p>
          <a:p>
            <a:pPr lvl="1"/>
            <a:r>
              <a:rPr lang="en-US" dirty="0"/>
              <a:t>Alan Turing's work on the Turing Test (1950)</a:t>
            </a:r>
          </a:p>
          <a:p>
            <a:pPr lvl="1"/>
            <a:r>
              <a:rPr lang="en-US" dirty="0"/>
              <a:t>The Dartmouth Conference (1956), which marked the birth of AI as a field of study</a:t>
            </a:r>
          </a:p>
          <a:p>
            <a:pPr lvl="1"/>
            <a:r>
              <a:rPr lang="en-US" dirty="0"/>
              <a:t>The development of expert systems in the 1970s and 1980s</a:t>
            </a:r>
          </a:p>
          <a:p>
            <a:pPr lvl="1"/>
            <a:r>
              <a:rPr lang="en-US" dirty="0"/>
              <a:t>Breakthroughs in machine learning and neural networks in the 21st century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70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 and Objectives of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primary goals of AI research include:</a:t>
            </a:r>
          </a:p>
          <a:p>
            <a:pPr lvl="1"/>
            <a:r>
              <a:rPr lang="en-US" dirty="0"/>
              <a:t>Creating systems that can perform tasks requiring human intelligence</a:t>
            </a:r>
          </a:p>
          <a:p>
            <a:pPr lvl="1"/>
            <a:r>
              <a:rPr lang="en-US" dirty="0"/>
              <a:t>Developing algorithms capable of learning from data and improving over time</a:t>
            </a:r>
          </a:p>
          <a:p>
            <a:pPr lvl="1"/>
            <a:r>
              <a:rPr lang="en-US" dirty="0"/>
              <a:t>Understanding and replicating human cognition and reasoning</a:t>
            </a:r>
          </a:p>
          <a:p>
            <a:r>
              <a:rPr lang="en-US" dirty="0"/>
              <a:t>Objectives of AI systems may vary depending on the application, ranging from automation and optimization to decision support and human-computer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6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Branches of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AI is a multidisciplinary field with various branches, including</a:t>
            </a:r>
            <a:r>
              <a:rPr lang="en-US" dirty="0" smtClean="0"/>
              <a:t>:</a:t>
            </a:r>
          </a:p>
          <a:p>
            <a:r>
              <a:rPr lang="en-US" dirty="0" smtClean="0"/>
              <a:t>Machine </a:t>
            </a:r>
            <a:r>
              <a:rPr lang="en-US" dirty="0"/>
              <a:t>Learning: Algorithms that enable computers to learn from data and make predictions or decisions.</a:t>
            </a:r>
          </a:p>
          <a:p>
            <a:r>
              <a:rPr lang="en-US" dirty="0"/>
              <a:t>Natural Language Processing: Techniques for understanding and generating human language.</a:t>
            </a:r>
          </a:p>
          <a:p>
            <a:r>
              <a:rPr lang="en-US" dirty="0"/>
              <a:t>Computer Vision: Methods for enabling machines to interpret and understand visual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039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Robotics: The design, construction, and programming of robots to perform tasks autonomously or semi-autonomously.</a:t>
            </a:r>
          </a:p>
          <a:p>
            <a:r>
              <a:rPr lang="en-US" dirty="0" smtClean="0"/>
              <a:t>Expert Systems: AI systems that mimic the decision-making abilities of human experts in specific domains.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8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615</Words>
  <Application>Microsoft Office PowerPoint</Application>
  <PresentationFormat>On-screen Show (4:3)</PresentationFormat>
  <Paragraphs>93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Introduction to Artificial Intelligence</vt:lpstr>
      <vt:lpstr>PowerPoint Presentation</vt:lpstr>
      <vt:lpstr>PowerPoint Presentation</vt:lpstr>
      <vt:lpstr>PowerPoint Presentation</vt:lpstr>
      <vt:lpstr>Lecture 2: Foundations of Artificial Intelligence</vt:lpstr>
      <vt:lpstr>PowerPoint Presentation</vt:lpstr>
      <vt:lpstr>PowerPoint Presentation</vt:lpstr>
      <vt:lpstr>Lecture 3: Machine Learning Basics</vt:lpstr>
      <vt:lpstr>PowerPoint Presentation</vt:lpstr>
      <vt:lpstr>PowerPoint Presentation</vt:lpstr>
      <vt:lpstr>Lecture 4: Advanced Topics in Artificial Intelligence</vt:lpstr>
      <vt:lpstr>Lecture 1: Overview of Artificial Intelligence</vt:lpstr>
      <vt:lpstr>PowerPoint Presentation</vt:lpstr>
      <vt:lpstr>Historical Background and Milestones</vt:lpstr>
      <vt:lpstr>Goals and Objectives of AI</vt:lpstr>
      <vt:lpstr>Branches of AI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2024-02-21T05:47:39Z</dcterms:created>
  <dcterms:modified xsi:type="dcterms:W3CDTF">2024-02-21T11:41:23Z</dcterms:modified>
</cp:coreProperties>
</file>