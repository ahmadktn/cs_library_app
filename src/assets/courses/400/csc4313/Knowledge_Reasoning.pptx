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6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305" r:id="rId22"/>
    <p:sldId id="306" r:id="rId23"/>
    <p:sldId id="307" r:id="rId24"/>
    <p:sldId id="308" r:id="rId25"/>
    <p:sldId id="309"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10" r:id="rId58"/>
    <p:sldId id="311" r:id="rId59"/>
    <p:sldId id="312" r:id="rId60"/>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34" y="-66"/>
      </p:cViewPr>
      <p:guideLst>
        <p:guide orient="horz" pos="1786"/>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1D043095-04AA-41D1-A859-BF7184A246B6}" type="datetimeFigureOut">
              <a:rPr lang="en-US" smtClean="0"/>
              <a:t>4/20/2024</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B788FD4-A875-4AF9-8BA7-D676BF37AEAB}" type="slidenum">
              <a:rPr lang="en-US" smtClean="0"/>
              <a:t>‹#›</a:t>
            </a:fld>
            <a:endParaRPr lang="en-US"/>
          </a:p>
        </p:txBody>
      </p:sp>
    </p:spTree>
    <p:extLst>
      <p:ext uri="{BB962C8B-B14F-4D97-AF65-F5344CB8AC3E}">
        <p14:creationId xmlns:p14="http://schemas.microsoft.com/office/powerpoint/2010/main" val="4155733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788FD4-A875-4AF9-8BA7-D676BF37AEAB}" type="slidenum">
              <a:rPr lang="en-US" smtClean="0"/>
              <a:t>17</a:t>
            </a:fld>
            <a:endParaRPr lang="en-US"/>
          </a:p>
        </p:txBody>
      </p:sp>
    </p:spTree>
    <p:extLst>
      <p:ext uri="{BB962C8B-B14F-4D97-AF65-F5344CB8AC3E}">
        <p14:creationId xmlns:p14="http://schemas.microsoft.com/office/powerpoint/2010/main" val="3260884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788FD4-A875-4AF9-8BA7-D676BF37AEAB}" type="slidenum">
              <a:rPr lang="en-US" smtClean="0"/>
              <a:t>18</a:t>
            </a:fld>
            <a:endParaRPr lang="en-US"/>
          </a:p>
        </p:txBody>
      </p:sp>
    </p:spTree>
    <p:extLst>
      <p:ext uri="{BB962C8B-B14F-4D97-AF65-F5344CB8AC3E}">
        <p14:creationId xmlns:p14="http://schemas.microsoft.com/office/powerpoint/2010/main" val="86674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7DA66BB3-0C6B-4132-929E-169C69AF7ACB}"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6" name="PlaceHolder 2"/>
          <p:cNvSpPr>
            <a:spLocks noGrp="1"/>
          </p:cNvSpPr>
          <p:nvPr>
            <p:ph type="subTitle"/>
          </p:nvPr>
        </p:nvSpPr>
        <p:spPr>
          <a:xfrm>
            <a:off x="504000" y="1224720"/>
            <a:ext cx="9072360" cy="374220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6BE6C16B-AA74-4C10-BF70-F20E1CD7E5E6}"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8" name="PlaceHolder 2"/>
          <p:cNvSpPr>
            <a:spLocks noGrp="1"/>
          </p:cNvSpPr>
          <p:nvPr>
            <p:ph/>
          </p:nvPr>
        </p:nvSpPr>
        <p:spPr>
          <a:xfrm>
            <a:off x="504000" y="1224720"/>
            <a:ext cx="907236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436AB623-4D75-4C2E-881A-1F604650EA19}"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0" name="PlaceHolder 2"/>
          <p:cNvSpPr>
            <a:spLocks noGrp="1"/>
          </p:cNvSpPr>
          <p:nvPr>
            <p:ph/>
          </p:nvPr>
        </p:nvSpPr>
        <p:spPr>
          <a:xfrm>
            <a:off x="50400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1" name="PlaceHolder 3"/>
          <p:cNvSpPr>
            <a:spLocks noGrp="1"/>
          </p:cNvSpPr>
          <p:nvPr>
            <p:ph/>
          </p:nvPr>
        </p:nvSpPr>
        <p:spPr>
          <a:xfrm>
            <a:off x="515304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04B05E14-533B-4DAC-A3EC-3E2DC7276B69}"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B8F9C9AA-D74E-48A2-9612-54341EAA0771}"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800"/>
            <a:ext cx="9072360" cy="438192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6311CC2B-2356-465E-B30C-9C762CEBE6CC}"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5"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6" name="PlaceHolder 3"/>
          <p:cNvSpPr>
            <a:spLocks noGrp="1"/>
          </p:cNvSpPr>
          <p:nvPr>
            <p:ph/>
          </p:nvPr>
        </p:nvSpPr>
        <p:spPr>
          <a:xfrm>
            <a:off x="515304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7" name="PlaceHolder 4"/>
          <p:cNvSpPr>
            <a:spLocks noGrp="1"/>
          </p:cNvSpPr>
          <p:nvPr>
            <p:ph/>
          </p:nvPr>
        </p:nvSpPr>
        <p:spPr>
          <a:xfrm>
            <a:off x="50400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DA88079-CE7C-4001-B7CD-80C9FD98F9A9}"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9" name="PlaceHolder 2"/>
          <p:cNvSpPr>
            <a:spLocks noGrp="1"/>
          </p:cNvSpPr>
          <p:nvPr>
            <p:ph/>
          </p:nvPr>
        </p:nvSpPr>
        <p:spPr>
          <a:xfrm>
            <a:off x="50400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20"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21" name="PlaceHolder 4"/>
          <p:cNvSpPr>
            <a:spLocks noGrp="1"/>
          </p:cNvSpPr>
          <p:nvPr>
            <p:ph/>
          </p:nvPr>
        </p:nvSpPr>
        <p:spPr>
          <a:xfrm>
            <a:off x="515304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34770475-69F4-402C-A4F8-2C76EB86304C}"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23"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24"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25" name="PlaceHolder 4"/>
          <p:cNvSpPr>
            <a:spLocks noGrp="1"/>
          </p:cNvSpPr>
          <p:nvPr>
            <p:ph/>
          </p:nvPr>
        </p:nvSpPr>
        <p:spPr>
          <a:xfrm>
            <a:off x="504000" y="31795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1F909B43-9AD1-4B87-B97B-0D17F59E0852}"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27" name="PlaceHolder 2"/>
          <p:cNvSpPr>
            <a:spLocks noGrp="1"/>
          </p:cNvSpPr>
          <p:nvPr>
            <p:ph/>
          </p:nvPr>
        </p:nvSpPr>
        <p:spPr>
          <a:xfrm>
            <a:off x="504000" y="12247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28" name="PlaceHolder 3"/>
          <p:cNvSpPr>
            <a:spLocks noGrp="1"/>
          </p:cNvSpPr>
          <p:nvPr>
            <p:ph/>
          </p:nvPr>
        </p:nvSpPr>
        <p:spPr>
          <a:xfrm>
            <a:off x="504000" y="31795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F3233F57-1C2D-42EB-BC41-8380F66767C1}"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30"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1"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2" name="PlaceHolder 4"/>
          <p:cNvSpPr>
            <a:spLocks noGrp="1"/>
          </p:cNvSpPr>
          <p:nvPr>
            <p:ph/>
          </p:nvPr>
        </p:nvSpPr>
        <p:spPr>
          <a:xfrm>
            <a:off x="50400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3" name="PlaceHolder 5"/>
          <p:cNvSpPr>
            <a:spLocks noGrp="1"/>
          </p:cNvSpPr>
          <p:nvPr>
            <p:ph/>
          </p:nvPr>
        </p:nvSpPr>
        <p:spPr>
          <a:xfrm>
            <a:off x="515304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20FFC6AF-01FE-42C0-BCD9-839B498C08C7}"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35" name="PlaceHolder 2"/>
          <p:cNvSpPr>
            <a:spLocks noGrp="1"/>
          </p:cNvSpPr>
          <p:nvPr>
            <p:ph/>
          </p:nvPr>
        </p:nvSpPr>
        <p:spPr>
          <a:xfrm>
            <a:off x="50400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6" name="PlaceHolder 3"/>
          <p:cNvSpPr>
            <a:spLocks noGrp="1"/>
          </p:cNvSpPr>
          <p:nvPr>
            <p:ph/>
          </p:nvPr>
        </p:nvSpPr>
        <p:spPr>
          <a:xfrm>
            <a:off x="357156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7" name="PlaceHolder 4"/>
          <p:cNvSpPr>
            <a:spLocks noGrp="1"/>
          </p:cNvSpPr>
          <p:nvPr>
            <p:ph/>
          </p:nvPr>
        </p:nvSpPr>
        <p:spPr>
          <a:xfrm>
            <a:off x="663912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8" name="PlaceHolder 5"/>
          <p:cNvSpPr>
            <a:spLocks noGrp="1"/>
          </p:cNvSpPr>
          <p:nvPr>
            <p:ph/>
          </p:nvPr>
        </p:nvSpPr>
        <p:spPr>
          <a:xfrm>
            <a:off x="50400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39" name="PlaceHolder 6"/>
          <p:cNvSpPr>
            <a:spLocks noGrp="1"/>
          </p:cNvSpPr>
          <p:nvPr>
            <p:ph/>
          </p:nvPr>
        </p:nvSpPr>
        <p:spPr>
          <a:xfrm>
            <a:off x="357156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40" name="PlaceHolder 7"/>
          <p:cNvSpPr>
            <a:spLocks noGrp="1"/>
          </p:cNvSpPr>
          <p:nvPr>
            <p:ph/>
          </p:nvPr>
        </p:nvSpPr>
        <p:spPr>
          <a:xfrm>
            <a:off x="663912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780410AD-AA45-481F-B8B8-6E18840D4DD7}"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65FFE40C-DB63-49B8-918A-055BFF261608}"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47" name="PlaceHolder 2"/>
          <p:cNvSpPr>
            <a:spLocks noGrp="1"/>
          </p:cNvSpPr>
          <p:nvPr>
            <p:ph type="subTitle"/>
          </p:nvPr>
        </p:nvSpPr>
        <p:spPr>
          <a:xfrm>
            <a:off x="504000" y="1224720"/>
            <a:ext cx="9072360" cy="374220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0AC34B56-F1C4-4B29-8423-5A6BD55C8F32}"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49" name="PlaceHolder 2"/>
          <p:cNvSpPr>
            <a:spLocks noGrp="1"/>
          </p:cNvSpPr>
          <p:nvPr>
            <p:ph/>
          </p:nvPr>
        </p:nvSpPr>
        <p:spPr>
          <a:xfrm>
            <a:off x="504000" y="1224720"/>
            <a:ext cx="907236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4BCD93B5-110C-49B7-B173-9C63C0A30613}" type="slidenum">
              <a:t>‹#›</a:t>
            </a:fld>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51" name="PlaceHolder 2"/>
          <p:cNvSpPr>
            <a:spLocks noGrp="1"/>
          </p:cNvSpPr>
          <p:nvPr>
            <p:ph/>
          </p:nvPr>
        </p:nvSpPr>
        <p:spPr>
          <a:xfrm>
            <a:off x="50400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2" name="PlaceHolder 3"/>
          <p:cNvSpPr>
            <a:spLocks noGrp="1"/>
          </p:cNvSpPr>
          <p:nvPr>
            <p:ph/>
          </p:nvPr>
        </p:nvSpPr>
        <p:spPr>
          <a:xfrm>
            <a:off x="515304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B572FBB7-1A87-46BE-8E85-239E9FEC3FBB}"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C78CB92B-3056-4BE9-9C4A-C25F3656A99A}"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504000" y="226800"/>
            <a:ext cx="9072360" cy="438192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97ECD67D-9AA1-4FAC-AD81-1C1BD89DF0DC}" type="slidenum">
              <a:t>‹#›</a:t>
            </a:fld>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56"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7" name="PlaceHolder 3"/>
          <p:cNvSpPr>
            <a:spLocks noGrp="1"/>
          </p:cNvSpPr>
          <p:nvPr>
            <p:ph/>
          </p:nvPr>
        </p:nvSpPr>
        <p:spPr>
          <a:xfrm>
            <a:off x="515304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8" name="PlaceHolder 4"/>
          <p:cNvSpPr>
            <a:spLocks noGrp="1"/>
          </p:cNvSpPr>
          <p:nvPr>
            <p:ph/>
          </p:nvPr>
        </p:nvSpPr>
        <p:spPr>
          <a:xfrm>
            <a:off x="50400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42A48410-846E-4571-9E17-F4C311C562FD}"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60" name="PlaceHolder 2"/>
          <p:cNvSpPr>
            <a:spLocks noGrp="1"/>
          </p:cNvSpPr>
          <p:nvPr>
            <p:ph/>
          </p:nvPr>
        </p:nvSpPr>
        <p:spPr>
          <a:xfrm>
            <a:off x="50400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1"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2" name="PlaceHolder 4"/>
          <p:cNvSpPr>
            <a:spLocks noGrp="1"/>
          </p:cNvSpPr>
          <p:nvPr>
            <p:ph/>
          </p:nvPr>
        </p:nvSpPr>
        <p:spPr>
          <a:xfrm>
            <a:off x="515304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AABB0A6A-66CE-49DE-ADCE-4F2988134098}"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64"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5"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6" name="PlaceHolder 4"/>
          <p:cNvSpPr>
            <a:spLocks noGrp="1"/>
          </p:cNvSpPr>
          <p:nvPr>
            <p:ph/>
          </p:nvPr>
        </p:nvSpPr>
        <p:spPr>
          <a:xfrm>
            <a:off x="504000" y="31795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1AE4A414-6655-4E15-A26B-9CD5B5C6F768}" type="slidenum">
              <a:t>‹#›</a:t>
            </a:fld>
            <a:endParaRPr/>
          </a:p>
        </p:txBody>
      </p:sp>
      <p:sp>
        <p:nvSpPr>
          <p:cNvPr id="8" name="PlaceHolder 7"/>
          <p:cNvSpPr>
            <a:spLocks noGrp="1"/>
          </p:cNvSpPr>
          <p:nvPr>
            <p:ph type="dt" idx="6"/>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68" name="PlaceHolder 2"/>
          <p:cNvSpPr>
            <a:spLocks noGrp="1"/>
          </p:cNvSpPr>
          <p:nvPr>
            <p:ph/>
          </p:nvPr>
        </p:nvSpPr>
        <p:spPr>
          <a:xfrm>
            <a:off x="504000" y="12247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9" name="PlaceHolder 3"/>
          <p:cNvSpPr>
            <a:spLocks noGrp="1"/>
          </p:cNvSpPr>
          <p:nvPr>
            <p:ph/>
          </p:nvPr>
        </p:nvSpPr>
        <p:spPr>
          <a:xfrm>
            <a:off x="504000" y="31795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E37E4F6D-5B26-4891-BDA5-570BBBDAFB24}" type="slidenum">
              <a:t>‹#›</a:t>
            </a:fld>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71"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2"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3" name="PlaceHolder 4"/>
          <p:cNvSpPr>
            <a:spLocks noGrp="1"/>
          </p:cNvSpPr>
          <p:nvPr>
            <p:ph/>
          </p:nvPr>
        </p:nvSpPr>
        <p:spPr>
          <a:xfrm>
            <a:off x="50400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4" name="PlaceHolder 5"/>
          <p:cNvSpPr>
            <a:spLocks noGrp="1"/>
          </p:cNvSpPr>
          <p:nvPr>
            <p:ph/>
          </p:nvPr>
        </p:nvSpPr>
        <p:spPr>
          <a:xfrm>
            <a:off x="515304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F5E52AE3-5F22-438D-8F20-ABEA0B41DE2B}" type="slidenum">
              <a:t>‹#›</a:t>
            </a:fld>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76" name="PlaceHolder 2"/>
          <p:cNvSpPr>
            <a:spLocks noGrp="1"/>
          </p:cNvSpPr>
          <p:nvPr>
            <p:ph/>
          </p:nvPr>
        </p:nvSpPr>
        <p:spPr>
          <a:xfrm>
            <a:off x="50400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7" name="PlaceHolder 3"/>
          <p:cNvSpPr>
            <a:spLocks noGrp="1"/>
          </p:cNvSpPr>
          <p:nvPr>
            <p:ph/>
          </p:nvPr>
        </p:nvSpPr>
        <p:spPr>
          <a:xfrm>
            <a:off x="357156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8" name="PlaceHolder 4"/>
          <p:cNvSpPr>
            <a:spLocks noGrp="1"/>
          </p:cNvSpPr>
          <p:nvPr>
            <p:ph/>
          </p:nvPr>
        </p:nvSpPr>
        <p:spPr>
          <a:xfrm>
            <a:off x="663912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9" name="PlaceHolder 5"/>
          <p:cNvSpPr>
            <a:spLocks noGrp="1"/>
          </p:cNvSpPr>
          <p:nvPr>
            <p:ph/>
          </p:nvPr>
        </p:nvSpPr>
        <p:spPr>
          <a:xfrm>
            <a:off x="50400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80" name="PlaceHolder 6"/>
          <p:cNvSpPr>
            <a:spLocks noGrp="1"/>
          </p:cNvSpPr>
          <p:nvPr>
            <p:ph/>
          </p:nvPr>
        </p:nvSpPr>
        <p:spPr>
          <a:xfrm>
            <a:off x="357156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81" name="PlaceHolder 7"/>
          <p:cNvSpPr>
            <a:spLocks noGrp="1"/>
          </p:cNvSpPr>
          <p:nvPr>
            <p:ph/>
          </p:nvPr>
        </p:nvSpPr>
        <p:spPr>
          <a:xfrm>
            <a:off x="663912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9E9E45D0-481F-4FE1-A45B-41F91BD45F55}" type="slidenum">
              <a:t>‹#›</a:t>
            </a:fld>
            <a:endParaRPr/>
          </a:p>
        </p:txBody>
      </p:sp>
      <p:sp>
        <p:nvSpPr>
          <p:cNvPr id="11" name="PlaceHolder 10"/>
          <p:cNvSpPr>
            <a:spLocks noGrp="1"/>
          </p:cNvSpPr>
          <p:nvPr>
            <p:ph type="dt" idx="6"/>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9B4FF30B-F472-42B8-B0B8-D46A84192E71}"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94" name="PlaceHolder 2"/>
          <p:cNvSpPr>
            <a:spLocks noGrp="1"/>
          </p:cNvSpPr>
          <p:nvPr>
            <p:ph type="subTitle"/>
          </p:nvPr>
        </p:nvSpPr>
        <p:spPr>
          <a:xfrm>
            <a:off x="504000" y="1224720"/>
            <a:ext cx="9072360" cy="374220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4E825DF6-4C82-4283-8D19-DE8634CAA018}"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96" name="PlaceHolder 2"/>
          <p:cNvSpPr>
            <a:spLocks noGrp="1"/>
          </p:cNvSpPr>
          <p:nvPr>
            <p:ph/>
          </p:nvPr>
        </p:nvSpPr>
        <p:spPr>
          <a:xfrm>
            <a:off x="504000" y="1224720"/>
            <a:ext cx="907236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B4524954-847F-4C64-BC64-75BE35B7066D}"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98" name="PlaceHolder 2"/>
          <p:cNvSpPr>
            <a:spLocks noGrp="1"/>
          </p:cNvSpPr>
          <p:nvPr>
            <p:ph/>
          </p:nvPr>
        </p:nvSpPr>
        <p:spPr>
          <a:xfrm>
            <a:off x="50400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99" name="PlaceHolder 3"/>
          <p:cNvSpPr>
            <a:spLocks noGrp="1"/>
          </p:cNvSpPr>
          <p:nvPr>
            <p:ph/>
          </p:nvPr>
        </p:nvSpPr>
        <p:spPr>
          <a:xfrm>
            <a:off x="515304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23D8742C-1C72-4C86-BD83-796C2BF8B961}"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EE9C5887-BDD5-448C-B0F4-C0943DCF57AB}"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504000" y="226800"/>
            <a:ext cx="9072360" cy="438192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1D2704EB-86F0-4EE4-977D-997A591BB27A}"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03"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04" name="PlaceHolder 3"/>
          <p:cNvSpPr>
            <a:spLocks noGrp="1"/>
          </p:cNvSpPr>
          <p:nvPr>
            <p:ph/>
          </p:nvPr>
        </p:nvSpPr>
        <p:spPr>
          <a:xfrm>
            <a:off x="515304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05" name="PlaceHolder 4"/>
          <p:cNvSpPr>
            <a:spLocks noGrp="1"/>
          </p:cNvSpPr>
          <p:nvPr>
            <p:ph/>
          </p:nvPr>
        </p:nvSpPr>
        <p:spPr>
          <a:xfrm>
            <a:off x="50400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359093F3-6F32-45B4-BBEA-FC97A09AA957}"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07" name="PlaceHolder 2"/>
          <p:cNvSpPr>
            <a:spLocks noGrp="1"/>
          </p:cNvSpPr>
          <p:nvPr>
            <p:ph/>
          </p:nvPr>
        </p:nvSpPr>
        <p:spPr>
          <a:xfrm>
            <a:off x="504000" y="1224720"/>
            <a:ext cx="4427280" cy="374220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08"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09" name="PlaceHolder 4"/>
          <p:cNvSpPr>
            <a:spLocks noGrp="1"/>
          </p:cNvSpPr>
          <p:nvPr>
            <p:ph/>
          </p:nvPr>
        </p:nvSpPr>
        <p:spPr>
          <a:xfrm>
            <a:off x="515304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E23C6655-1429-4FBF-8450-E7BA7B5499FC}"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11"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12"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13" name="PlaceHolder 4"/>
          <p:cNvSpPr>
            <a:spLocks noGrp="1"/>
          </p:cNvSpPr>
          <p:nvPr>
            <p:ph/>
          </p:nvPr>
        </p:nvSpPr>
        <p:spPr>
          <a:xfrm>
            <a:off x="504000" y="31795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DFDAA414-4F74-47CD-BFEF-B783086E3C62}"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15" name="PlaceHolder 2"/>
          <p:cNvSpPr>
            <a:spLocks noGrp="1"/>
          </p:cNvSpPr>
          <p:nvPr>
            <p:ph/>
          </p:nvPr>
        </p:nvSpPr>
        <p:spPr>
          <a:xfrm>
            <a:off x="504000" y="12247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16" name="PlaceHolder 3"/>
          <p:cNvSpPr>
            <a:spLocks noGrp="1"/>
          </p:cNvSpPr>
          <p:nvPr>
            <p:ph/>
          </p:nvPr>
        </p:nvSpPr>
        <p:spPr>
          <a:xfrm>
            <a:off x="504000" y="3179520"/>
            <a:ext cx="907236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B9C9A0DB-0D42-488E-A4F2-92420E406F05}"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18" name="PlaceHolder 2"/>
          <p:cNvSpPr>
            <a:spLocks noGrp="1"/>
          </p:cNvSpPr>
          <p:nvPr>
            <p:ph/>
          </p:nvPr>
        </p:nvSpPr>
        <p:spPr>
          <a:xfrm>
            <a:off x="50400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19" name="PlaceHolder 3"/>
          <p:cNvSpPr>
            <a:spLocks noGrp="1"/>
          </p:cNvSpPr>
          <p:nvPr>
            <p:ph/>
          </p:nvPr>
        </p:nvSpPr>
        <p:spPr>
          <a:xfrm>
            <a:off x="5153040" y="12247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0" name="PlaceHolder 4"/>
          <p:cNvSpPr>
            <a:spLocks noGrp="1"/>
          </p:cNvSpPr>
          <p:nvPr>
            <p:ph/>
          </p:nvPr>
        </p:nvSpPr>
        <p:spPr>
          <a:xfrm>
            <a:off x="50400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1" name="PlaceHolder 5"/>
          <p:cNvSpPr>
            <a:spLocks noGrp="1"/>
          </p:cNvSpPr>
          <p:nvPr>
            <p:ph/>
          </p:nvPr>
        </p:nvSpPr>
        <p:spPr>
          <a:xfrm>
            <a:off x="5153040" y="3179520"/>
            <a:ext cx="442728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CA84DA69-FC6E-4B1E-BFA1-DC212109BFB4}" type="slidenum">
              <a:t>‹#›</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504000" y="226800"/>
            <a:ext cx="9072360" cy="945000"/>
          </a:xfrm>
          <a:prstGeom prst="rect">
            <a:avLst/>
          </a:prstGeom>
          <a:noFill/>
          <a:ln w="0">
            <a:noFill/>
          </a:ln>
        </p:spPr>
        <p:txBody>
          <a:bodyPr lIns="0" tIns="0" rIns="0" bIns="0" anchor="ctr">
            <a:noAutofit/>
          </a:bodyPr>
          <a:lstStyle/>
          <a:p>
            <a:endParaRPr lang="en-US" sz="2640" b="0" strike="noStrike" spc="-1">
              <a:solidFill>
                <a:srgbClr val="000000"/>
              </a:solidFill>
              <a:latin typeface="Franklin Gothic Medium"/>
            </a:endParaRPr>
          </a:p>
        </p:txBody>
      </p:sp>
      <p:sp>
        <p:nvSpPr>
          <p:cNvPr id="123" name="PlaceHolder 2"/>
          <p:cNvSpPr>
            <a:spLocks noGrp="1"/>
          </p:cNvSpPr>
          <p:nvPr>
            <p:ph/>
          </p:nvPr>
        </p:nvSpPr>
        <p:spPr>
          <a:xfrm>
            <a:off x="50400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4" name="PlaceHolder 3"/>
          <p:cNvSpPr>
            <a:spLocks noGrp="1"/>
          </p:cNvSpPr>
          <p:nvPr>
            <p:ph/>
          </p:nvPr>
        </p:nvSpPr>
        <p:spPr>
          <a:xfrm>
            <a:off x="357156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5" name="PlaceHolder 4"/>
          <p:cNvSpPr>
            <a:spLocks noGrp="1"/>
          </p:cNvSpPr>
          <p:nvPr>
            <p:ph/>
          </p:nvPr>
        </p:nvSpPr>
        <p:spPr>
          <a:xfrm>
            <a:off x="6639120" y="12247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6" name="PlaceHolder 5"/>
          <p:cNvSpPr>
            <a:spLocks noGrp="1"/>
          </p:cNvSpPr>
          <p:nvPr>
            <p:ph/>
          </p:nvPr>
        </p:nvSpPr>
        <p:spPr>
          <a:xfrm>
            <a:off x="50400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7" name="PlaceHolder 6"/>
          <p:cNvSpPr>
            <a:spLocks noGrp="1"/>
          </p:cNvSpPr>
          <p:nvPr>
            <p:ph/>
          </p:nvPr>
        </p:nvSpPr>
        <p:spPr>
          <a:xfrm>
            <a:off x="357156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128" name="PlaceHolder 7"/>
          <p:cNvSpPr>
            <a:spLocks noGrp="1"/>
          </p:cNvSpPr>
          <p:nvPr>
            <p:ph/>
          </p:nvPr>
        </p:nvSpPr>
        <p:spPr>
          <a:xfrm>
            <a:off x="6639120" y="3179520"/>
            <a:ext cx="2921040" cy="1784880"/>
          </a:xfrm>
          <a:prstGeom prst="rect">
            <a:avLst/>
          </a:prstGeom>
          <a:noFill/>
          <a:ln w="0">
            <a:noFill/>
          </a:ln>
        </p:spPr>
        <p:txBody>
          <a:bodyPr lIns="0" tIns="0" rIns="0" bIns="0" anchor="t">
            <a:normAutofit/>
          </a:bodyPr>
          <a:lstStyle/>
          <a:p>
            <a:endParaRPr lang="en-US" sz="2230" b="0" strike="noStrike" spc="-1">
              <a:solidFill>
                <a:srgbClr val="000000"/>
              </a:solidFill>
              <a:latin typeface="Lucida Sans Unicode"/>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04E995C6-0519-457F-A5BE-8CFC0AEDE3A1}" type="slidenum">
              <a:t>‹#›</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r>
              <a:rPr lang="en-GB" sz="1800" b="0" strike="noStrike" spc="-1">
                <a:latin typeface="Arial"/>
              </a:rPr>
              <a:t>Click to edit the title text format</a:t>
            </a:r>
          </a:p>
        </p:txBody>
      </p:sp>
      <p:sp>
        <p:nvSpPr>
          <p:cNvPr id="6" name="PlaceHolder 2"/>
          <p:cNvSpPr>
            <a:spLocks noGrp="1"/>
          </p:cNvSpPr>
          <p:nvPr>
            <p:ph type="body"/>
          </p:nvPr>
        </p:nvSpPr>
        <p:spPr>
          <a:xfrm>
            <a:off x="504000" y="1326600"/>
            <a:ext cx="9071280" cy="32878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GB"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GB" sz="1800" b="0" strike="noStrike" spc="-1">
                <a:latin typeface="Arial"/>
              </a:rPr>
              <a:t>Second Outline Level</a:t>
            </a:r>
          </a:p>
          <a:p>
            <a:pPr marL="1296000" lvl="2" indent="-288000">
              <a:spcBef>
                <a:spcPts val="850"/>
              </a:spcBef>
              <a:buClr>
                <a:srgbClr val="000000"/>
              </a:buClr>
              <a:buSzPct val="45000"/>
              <a:buFont typeface="Wingdings" charset="2"/>
              <a:buChar char=""/>
            </a:pPr>
            <a:r>
              <a:rPr lang="en-GB" sz="1800" b="0" strike="noStrike" spc="-1">
                <a:latin typeface="Arial"/>
              </a:rPr>
              <a:t>Third Outline Level</a:t>
            </a:r>
          </a:p>
          <a:p>
            <a:pPr marL="1728000" lvl="3" indent="-216000">
              <a:spcBef>
                <a:spcPts val="567"/>
              </a:spcBef>
              <a:buClr>
                <a:srgbClr val="000000"/>
              </a:buClr>
              <a:buSzPct val="75000"/>
              <a:buFont typeface="Symbol" charset="2"/>
              <a:buChar char=""/>
            </a:pPr>
            <a:r>
              <a:rPr lang="en-GB" sz="1800" b="0" strike="noStrike" spc="-1">
                <a:latin typeface="Arial"/>
              </a:rPr>
              <a:t>Fourth Outline Level</a:t>
            </a:r>
          </a:p>
          <a:p>
            <a:pPr marL="2160000" lvl="4" indent="-216000">
              <a:spcBef>
                <a:spcPts val="283"/>
              </a:spcBef>
              <a:buClr>
                <a:srgbClr val="000000"/>
              </a:buClr>
              <a:buSzPct val="45000"/>
              <a:buFont typeface="Wingdings" charset="2"/>
              <a:buChar char=""/>
            </a:pPr>
            <a:r>
              <a:rPr lang="en-GB" sz="1800" b="0" strike="noStrike" spc="-1">
                <a:latin typeface="Arial"/>
              </a:rPr>
              <a:t>Fifth Outline Level</a:t>
            </a:r>
          </a:p>
          <a:p>
            <a:pPr marL="2592000" lvl="5" indent="-216000">
              <a:spcBef>
                <a:spcPts val="283"/>
              </a:spcBef>
              <a:buClr>
                <a:srgbClr val="000000"/>
              </a:buClr>
              <a:buSzPct val="45000"/>
              <a:buFont typeface="Wingdings" charset="2"/>
              <a:buChar char=""/>
            </a:pPr>
            <a:r>
              <a:rPr lang="en-GB" sz="1800" b="0" strike="noStrike" spc="-1">
                <a:latin typeface="Arial"/>
              </a:rPr>
              <a:t>Sixth Outline Level</a:t>
            </a:r>
          </a:p>
          <a:p>
            <a:pPr marL="3024000" lvl="6" indent="-216000">
              <a:spcBef>
                <a:spcPts val="283"/>
              </a:spcBef>
              <a:buClr>
                <a:srgbClr val="000000"/>
              </a:buClr>
              <a:buSzPct val="45000"/>
              <a:buFont typeface="Wingdings" charset="2"/>
              <a:buChar char=""/>
            </a:pPr>
            <a:r>
              <a:rPr lang="en-GB" sz="1800" b="0" strike="noStrike" spc="-1">
                <a:latin typeface="Arial"/>
              </a:rPr>
              <a:t>Seventh Outline Level</a:t>
            </a:r>
          </a:p>
        </p:txBody>
      </p:sp>
      <p:sp>
        <p:nvSpPr>
          <p:cNvPr id="2" name="PlaceHolder 3"/>
          <p:cNvSpPr>
            <a:spLocks noGrp="1"/>
          </p:cNvSpPr>
          <p:nvPr>
            <p:ph type="ftr" idx="1"/>
          </p:nvPr>
        </p:nvSpPr>
        <p:spPr>
          <a:xfrm>
            <a:off x="3447360" y="5165280"/>
            <a:ext cx="3194640" cy="390240"/>
          </a:xfrm>
          <a:prstGeom prst="rect">
            <a:avLst/>
          </a:prstGeom>
          <a:noFill/>
          <a:ln w="0">
            <a:noFill/>
          </a:ln>
        </p:spPr>
        <p:txBody>
          <a:bodyPr lIns="0" tIns="0" rIns="0" bIns="0" anchor="t">
            <a:noAutofit/>
          </a:bodyPr>
          <a:lstStyle>
            <a:lvl1pPr algn="ctr">
              <a:lnSpc>
                <a:spcPct val="100000"/>
              </a:lnSpc>
              <a:buNone/>
              <a:defRPr lang="en-GB" sz="1400" b="0" strike="noStrike" spc="-1">
                <a:latin typeface="Times New Roman"/>
              </a:defRPr>
            </a:lvl1pPr>
          </a:lstStyle>
          <a:p>
            <a:pPr algn="ctr">
              <a:lnSpc>
                <a:spcPct val="100000"/>
              </a:lnSpc>
              <a:buNone/>
            </a:pPr>
            <a:r>
              <a:rPr lang="en-GB" sz="1400" b="0" strike="noStrike" spc="-1">
                <a:latin typeface="Times New Roman"/>
              </a:rPr>
              <a:t>&lt;footer&gt;</a:t>
            </a:r>
          </a:p>
        </p:txBody>
      </p:sp>
      <p:sp>
        <p:nvSpPr>
          <p:cNvPr id="3" name="PlaceHolder 4"/>
          <p:cNvSpPr>
            <a:spLocks noGrp="1"/>
          </p:cNvSpPr>
          <p:nvPr>
            <p:ph type="sldNum" idx="2"/>
          </p:nvPr>
        </p:nvSpPr>
        <p:spPr>
          <a:xfrm>
            <a:off x="7227360" y="5165280"/>
            <a:ext cx="2347920" cy="390240"/>
          </a:xfrm>
          <a:prstGeom prst="rect">
            <a:avLst/>
          </a:prstGeom>
          <a:noFill/>
          <a:ln w="0">
            <a:noFill/>
          </a:ln>
        </p:spPr>
        <p:txBody>
          <a:bodyPr lIns="0" tIns="0" rIns="0" bIns="0" anchor="t">
            <a:noAutofit/>
          </a:bodyPr>
          <a:lstStyle>
            <a:lvl1pPr algn="r">
              <a:lnSpc>
                <a:spcPct val="100000"/>
              </a:lnSpc>
              <a:buNone/>
              <a:defRPr lang="en-GB" sz="1400" b="0" strike="noStrike" spc="-1">
                <a:latin typeface="Times New Roman"/>
              </a:defRPr>
            </a:lvl1pPr>
          </a:lstStyle>
          <a:p>
            <a:pPr algn="r">
              <a:lnSpc>
                <a:spcPct val="100000"/>
              </a:lnSpc>
              <a:buNone/>
            </a:pPr>
            <a:fld id="{9808B305-7770-4F62-B553-13C3B730430A}" type="slidenum">
              <a:rPr lang="en-GB" sz="1400" b="0" strike="noStrike" spc="-1">
                <a:latin typeface="Times New Roman"/>
              </a:rPr>
              <a:t>‹#›</a:t>
            </a:fld>
            <a:endParaRPr lang="en-GB" sz="1400" b="0" strike="noStrike" spc="-1">
              <a:latin typeface="Times New Roman"/>
            </a:endParaRPr>
          </a:p>
        </p:txBody>
      </p:sp>
      <p:sp>
        <p:nvSpPr>
          <p:cNvPr id="4" name="PlaceHolder 5"/>
          <p:cNvSpPr>
            <a:spLocks noGrp="1"/>
          </p:cNvSpPr>
          <p:nvPr>
            <p:ph type="dt" idx="3"/>
          </p:nvPr>
        </p:nvSpPr>
        <p:spPr>
          <a:xfrm>
            <a:off x="504000" y="5165280"/>
            <a:ext cx="2347920" cy="390240"/>
          </a:xfrm>
          <a:prstGeom prst="rect">
            <a:avLst/>
          </a:prstGeom>
          <a:noFill/>
          <a:ln w="0">
            <a:noFill/>
          </a:ln>
        </p:spPr>
        <p:txBody>
          <a:bodyPr lIns="0" tIns="0" rIns="0" bIns="0" anchor="t">
            <a:noAutofit/>
          </a:bodyPr>
          <a:lstStyle>
            <a:lvl1pPr>
              <a:defRPr lang="en-GB" sz="1400" b="0" strike="noStrike" spc="-1">
                <a:latin typeface="Times New Roman"/>
              </a:defRPr>
            </a:lvl1pPr>
          </a:lstStyle>
          <a:p>
            <a:r>
              <a:rPr lang="en-GB" sz="1400" b="0" strike="noStrike" spc="-1">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r>
              <a:rPr lang="en-GB" sz="1800" b="0" strike="noStrike" spc="-1">
                <a:latin typeface="Arial"/>
              </a:rPr>
              <a:t>Click to edit the title text format</a:t>
            </a:r>
          </a:p>
        </p:txBody>
      </p:sp>
      <p:sp>
        <p:nvSpPr>
          <p:cNvPr id="42" name="PlaceHolder 2"/>
          <p:cNvSpPr>
            <a:spLocks noGrp="1"/>
          </p:cNvSpPr>
          <p:nvPr>
            <p:ph type="ftr" idx="4"/>
          </p:nvPr>
        </p:nvSpPr>
        <p:spPr>
          <a:xfrm>
            <a:off x="3447360" y="5165280"/>
            <a:ext cx="3194640" cy="390240"/>
          </a:xfrm>
          <a:prstGeom prst="rect">
            <a:avLst/>
          </a:prstGeom>
          <a:noFill/>
          <a:ln w="0">
            <a:noFill/>
          </a:ln>
        </p:spPr>
        <p:txBody>
          <a:bodyPr lIns="0" tIns="0" rIns="0" bIns="0" anchor="t">
            <a:noAutofit/>
          </a:bodyPr>
          <a:lstStyle>
            <a:lvl1pPr algn="ctr">
              <a:lnSpc>
                <a:spcPct val="100000"/>
              </a:lnSpc>
              <a:buNone/>
              <a:defRPr lang="en-GB" sz="1400" b="0" strike="noStrike" spc="-1">
                <a:latin typeface="Times New Roman"/>
              </a:defRPr>
            </a:lvl1pPr>
          </a:lstStyle>
          <a:p>
            <a:pPr algn="ctr">
              <a:lnSpc>
                <a:spcPct val="100000"/>
              </a:lnSpc>
              <a:buNone/>
            </a:pPr>
            <a:r>
              <a:rPr lang="en-GB" sz="1400" b="0" strike="noStrike" spc="-1">
                <a:latin typeface="Times New Roman"/>
              </a:rPr>
              <a:t>&lt;footer&gt;</a:t>
            </a:r>
          </a:p>
        </p:txBody>
      </p:sp>
      <p:sp>
        <p:nvSpPr>
          <p:cNvPr id="43" name="PlaceHolder 3"/>
          <p:cNvSpPr>
            <a:spLocks noGrp="1"/>
          </p:cNvSpPr>
          <p:nvPr>
            <p:ph type="sldNum" idx="5"/>
          </p:nvPr>
        </p:nvSpPr>
        <p:spPr>
          <a:xfrm>
            <a:off x="7227360" y="5165280"/>
            <a:ext cx="2347920" cy="390240"/>
          </a:xfrm>
          <a:prstGeom prst="rect">
            <a:avLst/>
          </a:prstGeom>
          <a:noFill/>
          <a:ln w="0">
            <a:noFill/>
          </a:ln>
        </p:spPr>
        <p:txBody>
          <a:bodyPr lIns="0" tIns="0" rIns="0" bIns="0" anchor="t">
            <a:noAutofit/>
          </a:bodyPr>
          <a:lstStyle>
            <a:lvl1pPr algn="r">
              <a:lnSpc>
                <a:spcPct val="100000"/>
              </a:lnSpc>
              <a:buNone/>
              <a:defRPr lang="en-GB" sz="1400" b="0" strike="noStrike" spc="-1">
                <a:latin typeface="Times New Roman"/>
              </a:defRPr>
            </a:lvl1pPr>
          </a:lstStyle>
          <a:p>
            <a:pPr algn="r">
              <a:lnSpc>
                <a:spcPct val="100000"/>
              </a:lnSpc>
              <a:buNone/>
            </a:pPr>
            <a:fld id="{78E6D585-E357-4980-BF64-99B19D17E810}" type="slidenum">
              <a:rPr lang="en-GB" sz="1400" b="0" strike="noStrike" spc="-1">
                <a:latin typeface="Times New Roman"/>
              </a:rPr>
              <a:t>‹#›</a:t>
            </a:fld>
            <a:endParaRPr lang="en-GB" sz="1400" b="0" strike="noStrike" spc="-1">
              <a:latin typeface="Times New Roman"/>
            </a:endParaRPr>
          </a:p>
        </p:txBody>
      </p:sp>
      <p:sp>
        <p:nvSpPr>
          <p:cNvPr id="44" name="PlaceHolder 4"/>
          <p:cNvSpPr>
            <a:spLocks noGrp="1"/>
          </p:cNvSpPr>
          <p:nvPr>
            <p:ph type="dt" idx="6"/>
          </p:nvPr>
        </p:nvSpPr>
        <p:spPr>
          <a:xfrm>
            <a:off x="504000" y="5165280"/>
            <a:ext cx="2347920" cy="390240"/>
          </a:xfrm>
          <a:prstGeom prst="rect">
            <a:avLst/>
          </a:prstGeom>
          <a:noFill/>
          <a:ln w="0">
            <a:noFill/>
          </a:ln>
        </p:spPr>
        <p:txBody>
          <a:bodyPr lIns="0" tIns="0" rIns="0" bIns="0" anchor="t">
            <a:noAutofit/>
          </a:bodyPr>
          <a:lstStyle>
            <a:lvl1pPr>
              <a:defRPr lang="en-GB" sz="1400" b="0" strike="noStrike" spc="-1">
                <a:latin typeface="Times New Roman"/>
              </a:defRPr>
            </a:lvl1pPr>
          </a:lstStyle>
          <a:p>
            <a:r>
              <a:rPr lang="en-GB" sz="1400" b="0" strike="noStrike" spc="-1">
                <a:latin typeface="Times New Roman"/>
              </a:rPr>
              <a:t>&lt;date/time&gt;</a:t>
            </a:r>
          </a:p>
        </p:txBody>
      </p:sp>
      <p:sp>
        <p:nvSpPr>
          <p:cNvPr id="45"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GB"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GB" sz="2800" b="0" strike="noStrike" spc="-1">
                <a:latin typeface="Arial"/>
              </a:rPr>
              <a:t>Second Outline Level</a:t>
            </a:r>
          </a:p>
          <a:p>
            <a:pPr marL="1296000" lvl="2" indent="-288000">
              <a:spcBef>
                <a:spcPts val="850"/>
              </a:spcBef>
              <a:buClr>
                <a:srgbClr val="000000"/>
              </a:buClr>
              <a:buSzPct val="45000"/>
              <a:buFont typeface="Wingdings" charset="2"/>
              <a:buChar char=""/>
            </a:pPr>
            <a:r>
              <a:rPr lang="en-GB" sz="2400" b="0" strike="noStrike" spc="-1">
                <a:latin typeface="Arial"/>
              </a:rPr>
              <a:t>Third Outline Level</a:t>
            </a:r>
          </a:p>
          <a:p>
            <a:pPr marL="1728000" lvl="3" indent="-216000">
              <a:spcBef>
                <a:spcPts val="567"/>
              </a:spcBef>
              <a:buClr>
                <a:srgbClr val="000000"/>
              </a:buClr>
              <a:buSzPct val="75000"/>
              <a:buFont typeface="Symbol" charset="2"/>
              <a:buChar char=""/>
            </a:pPr>
            <a:r>
              <a:rPr lang="en-GB" sz="2000" b="0" strike="noStrike" spc="-1">
                <a:latin typeface="Arial"/>
              </a:rPr>
              <a:t>Fourth Outline Level</a:t>
            </a:r>
          </a:p>
          <a:p>
            <a:pPr marL="2160000" lvl="4" indent="-216000">
              <a:spcBef>
                <a:spcPts val="283"/>
              </a:spcBef>
              <a:buClr>
                <a:srgbClr val="000000"/>
              </a:buClr>
              <a:buSzPct val="45000"/>
              <a:buFont typeface="Wingdings" charset="2"/>
              <a:buChar char=""/>
            </a:pPr>
            <a:r>
              <a:rPr lang="en-GB" sz="2000" b="0" strike="noStrike" spc="-1">
                <a:latin typeface="Arial"/>
              </a:rPr>
              <a:t>Fifth Outline Level</a:t>
            </a:r>
          </a:p>
          <a:p>
            <a:pPr marL="2592000" lvl="5" indent="-216000">
              <a:spcBef>
                <a:spcPts val="283"/>
              </a:spcBef>
              <a:buClr>
                <a:srgbClr val="000000"/>
              </a:buClr>
              <a:buSzPct val="45000"/>
              <a:buFont typeface="Wingdings" charset="2"/>
              <a:buChar char=""/>
            </a:pPr>
            <a:r>
              <a:rPr lang="en-GB" sz="2000" b="0" strike="noStrike" spc="-1">
                <a:latin typeface="Arial"/>
              </a:rPr>
              <a:t>Sixth Outline Level</a:t>
            </a:r>
          </a:p>
          <a:p>
            <a:pPr marL="3024000" lvl="6" indent="-216000">
              <a:spcBef>
                <a:spcPts val="283"/>
              </a:spcBef>
              <a:buClr>
                <a:srgbClr val="000000"/>
              </a:buClr>
              <a:buSzPct val="45000"/>
              <a:buFont typeface="Wingdings" charset="2"/>
              <a:buChar char=""/>
            </a:pPr>
            <a:r>
              <a:rPr lang="en-GB"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2" name="Object 40"/>
          <p:cNvPicPr/>
          <p:nvPr/>
        </p:nvPicPr>
        <p:blipFill>
          <a:blip r:embed="rId14"/>
          <a:stretch/>
        </p:blipFill>
        <p:spPr>
          <a:xfrm>
            <a:off x="360" y="3756960"/>
            <a:ext cx="671760" cy="1913760"/>
          </a:xfrm>
          <a:prstGeom prst="rect">
            <a:avLst/>
          </a:prstGeom>
          <a:ln w="0">
            <a:noFill/>
          </a:ln>
        </p:spPr>
      </p:pic>
      <p:sp>
        <p:nvSpPr>
          <p:cNvPr id="83" name="Freeform 12"/>
          <p:cNvSpPr/>
          <p:nvPr/>
        </p:nvSpPr>
        <p:spPr>
          <a:xfrm>
            <a:off x="789480" y="4135680"/>
            <a:ext cx="4191120" cy="1193400"/>
          </a:xfrm>
          <a:custGeom>
            <a:avLst/>
            <a:gdLst/>
            <a:ahLst/>
            <a:cxnLst/>
            <a:rect l="l" t="t" r="r" b="b"/>
            <a:pathLst>
              <a:path w="5760" h="528">
                <a:moveTo>
                  <a:pt x="-329" y="347"/>
                </a:moveTo>
                <a:lnTo>
                  <a:pt x="7156" y="682"/>
                </a:lnTo>
                <a:lnTo>
                  <a:pt x="5229" y="682"/>
                </a:lnTo>
                <a:lnTo>
                  <a:pt x="-328" y="345"/>
                </a:lnTo>
              </a:path>
            </a:pathLst>
          </a:custGeom>
          <a:solidFill>
            <a:schemeClr val="accent1">
              <a:tint val="65000"/>
              <a:satMod val="115000"/>
              <a:alpha val="40000"/>
            </a:schemeClr>
          </a:solidFill>
          <a:ln w="9525">
            <a:noFill/>
          </a:ln>
        </p:spPr>
        <p:style>
          <a:lnRef idx="0">
            <a:scrgbClr r="0" g="0" b="0"/>
          </a:lnRef>
          <a:fillRef idx="0">
            <a:scrgbClr r="0" g="0" b="0"/>
          </a:fillRef>
          <a:effectRef idx="0">
            <a:scrgbClr r="0" g="0" b="0"/>
          </a:effectRef>
          <a:fontRef idx="minor"/>
        </p:style>
      </p:sp>
      <p:sp>
        <p:nvSpPr>
          <p:cNvPr id="84" name="Freeform 11"/>
          <p:cNvSpPr/>
          <p:nvPr/>
        </p:nvSpPr>
        <p:spPr>
          <a:xfrm>
            <a:off x="-59040" y="4783680"/>
            <a:ext cx="4190760" cy="692640"/>
          </a:xfrm>
          <a:custGeom>
            <a:avLst/>
            <a:gdLst/>
            <a:ahLst/>
            <a:cxnLst/>
            <a:rect l="l" t="t" r="r" b="b"/>
            <a:pathLst>
              <a:path w="5760" h="528">
                <a:moveTo>
                  <a:pt x="817" y="97"/>
                </a:moveTo>
                <a:lnTo>
                  <a:pt x="6408" y="682"/>
                </a:lnTo>
                <a:lnTo>
                  <a:pt x="5232" y="685"/>
                </a:lnTo>
                <a:lnTo>
                  <a:pt x="829" y="101"/>
                </a:lnTo>
              </a:path>
            </a:pathLst>
          </a:custGeom>
          <a:solidFill>
            <a:srgbClr val="000000"/>
          </a:solidFill>
          <a:ln w="9525">
            <a:noFill/>
          </a:ln>
        </p:spPr>
        <p:style>
          <a:lnRef idx="0">
            <a:scrgbClr r="0" g="0" b="0"/>
          </a:lnRef>
          <a:fillRef idx="0">
            <a:scrgbClr r="0" g="0" b="0"/>
          </a:fillRef>
          <a:effectRef idx="0">
            <a:scrgbClr r="0" g="0" b="0"/>
          </a:effectRef>
          <a:fontRef idx="minor"/>
        </p:style>
      </p:sp>
      <p:sp>
        <p:nvSpPr>
          <p:cNvPr id="85" name="Right Triangle 13"/>
          <p:cNvSpPr/>
          <p:nvPr/>
        </p:nvSpPr>
        <p:spPr>
          <a:xfrm>
            <a:off x="-6840" y="4788720"/>
            <a:ext cx="3750840" cy="893160"/>
          </a:xfrm>
          <a:prstGeom prst="rtTriangle">
            <a:avLst/>
          </a:prstGeom>
          <a:blipFill rotWithShape="0">
            <a:blip r:embed="rId15">
              <a:alphaModFix amt="50000"/>
            </a:blip>
            <a:srcRect/>
            <a:tile/>
          </a:blipFill>
          <a:ln w="12700">
            <a:noFill/>
          </a:ln>
          <a:effectLst>
            <a:outerShdw blurRad="50760" dist="38160" dir="5400000" rotWithShape="0">
              <a:srgbClr val="000000">
                <a:alpha val="35000"/>
              </a:srgbClr>
            </a:outerShdw>
          </a:effectLst>
        </p:spPr>
        <p:style>
          <a:lnRef idx="3">
            <a:schemeClr val="lt1"/>
          </a:lnRef>
          <a:fillRef idx="1">
            <a:schemeClr val="accent1"/>
          </a:fillRef>
          <a:effectRef idx="1">
            <a:schemeClr val="accent1"/>
          </a:effectRef>
          <a:fontRef idx="minor"/>
        </p:style>
      </p:sp>
      <p:sp>
        <p:nvSpPr>
          <p:cNvPr id="86" name="Straight Connector 14"/>
          <p:cNvSpPr/>
          <p:nvPr/>
        </p:nvSpPr>
        <p:spPr>
          <a:xfrm>
            <a:off x="-9720" y="4785480"/>
            <a:ext cx="3754080" cy="896760"/>
          </a:xfrm>
          <a:prstGeom prst="line">
            <a:avLst/>
          </a:prstGeom>
          <a:ln w="12065">
            <a:solidFill>
              <a:srgbClr val="196F85"/>
            </a:solidFill>
            <a:miter/>
          </a:ln>
        </p:spPr>
        <p:style>
          <a:lnRef idx="2">
            <a:schemeClr val="accent1"/>
          </a:lnRef>
          <a:fillRef idx="0">
            <a:schemeClr val="accent1"/>
          </a:fillRef>
          <a:effectRef idx="1">
            <a:schemeClr val="accent1"/>
          </a:effectRef>
          <a:fontRef idx="minor"/>
        </p:style>
      </p:sp>
      <p:sp>
        <p:nvSpPr>
          <p:cNvPr id="87" name="PlaceHolder 1"/>
          <p:cNvSpPr>
            <a:spLocks noGrp="1"/>
          </p:cNvSpPr>
          <p:nvPr>
            <p:ph type="body"/>
          </p:nvPr>
        </p:nvSpPr>
        <p:spPr>
          <a:xfrm>
            <a:off x="504000" y="1224720"/>
            <a:ext cx="9072360" cy="3742200"/>
          </a:xfrm>
          <a:prstGeom prst="rect">
            <a:avLst/>
          </a:prstGeom>
          <a:noFill/>
          <a:ln w="0">
            <a:noFill/>
          </a:ln>
        </p:spPr>
        <p:txBody>
          <a:bodyPr lIns="90000" tIns="45000" rIns="90000" bIns="45000" anchor="t">
            <a:noAutofit/>
          </a:bodyPr>
          <a:lstStyle/>
          <a:p>
            <a:pPr marL="365760" indent="-255960">
              <a:lnSpc>
                <a:spcPct val="100000"/>
              </a:lnSpc>
              <a:spcBef>
                <a:spcPts val="400"/>
              </a:spcBef>
              <a:buClr>
                <a:srgbClr val="2DA2BF"/>
              </a:buClr>
              <a:buSzPct val="68000"/>
              <a:buFont typeface="Wingdings 3" charset="2"/>
              <a:buChar char=""/>
            </a:pPr>
            <a:r>
              <a:rPr lang="en-US" sz="2700" b="0" strike="noStrike" spc="-1">
                <a:solidFill>
                  <a:srgbClr val="000000"/>
                </a:solidFill>
                <a:latin typeface="Lucida Sans Unicode"/>
              </a:rPr>
              <a:t>Click to edit Master text styles</a:t>
            </a:r>
          </a:p>
          <a:p>
            <a:pPr marL="621720" lvl="1" indent="-228600">
              <a:lnSpc>
                <a:spcPct val="100000"/>
              </a:lnSpc>
              <a:spcBef>
                <a:spcPts val="323"/>
              </a:spcBef>
              <a:buClr>
                <a:srgbClr val="2DA2BF"/>
              </a:buClr>
              <a:buFont typeface="Verdana"/>
              <a:buChar char="◦"/>
            </a:pPr>
            <a:r>
              <a:rPr lang="en-US" sz="2300" b="0" strike="noStrike" spc="-1">
                <a:solidFill>
                  <a:srgbClr val="000000"/>
                </a:solidFill>
                <a:latin typeface="Lucida Sans Unicode"/>
              </a:rPr>
              <a:t>Second level</a:t>
            </a:r>
          </a:p>
          <a:p>
            <a:pPr marL="859680" lvl="2" indent="-228600">
              <a:lnSpc>
                <a:spcPct val="100000"/>
              </a:lnSpc>
              <a:spcBef>
                <a:spcPts val="349"/>
              </a:spcBef>
              <a:buClr>
                <a:srgbClr val="DA1F28"/>
              </a:buClr>
              <a:buFont typeface="Wingdings 2" charset="2"/>
              <a:buChar char=""/>
            </a:pPr>
            <a:r>
              <a:rPr lang="en-US" sz="2100" b="0" strike="noStrike" spc="-1">
                <a:solidFill>
                  <a:srgbClr val="000000"/>
                </a:solidFill>
                <a:latin typeface="Lucida Sans Unicode"/>
              </a:rPr>
              <a:t>Third level</a:t>
            </a:r>
          </a:p>
          <a:p>
            <a:pPr marL="1143000" lvl="3" indent="-228600">
              <a:lnSpc>
                <a:spcPct val="100000"/>
              </a:lnSpc>
              <a:spcBef>
                <a:spcPts val="349"/>
              </a:spcBef>
              <a:buClr>
                <a:srgbClr val="DA1F28"/>
              </a:buClr>
              <a:buFont typeface="Wingdings 2" charset="2"/>
              <a:buChar char=""/>
            </a:pPr>
            <a:r>
              <a:rPr lang="en-US" sz="1900" b="0" strike="noStrike" spc="-1">
                <a:solidFill>
                  <a:srgbClr val="000000"/>
                </a:solidFill>
                <a:latin typeface="Lucida Sans Unicode"/>
              </a:rPr>
              <a:t>Fourth level</a:t>
            </a:r>
          </a:p>
          <a:p>
            <a:pPr marL="1371600" lvl="4" indent="-228600">
              <a:lnSpc>
                <a:spcPct val="100000"/>
              </a:lnSpc>
              <a:spcBef>
                <a:spcPts val="349"/>
              </a:spcBef>
              <a:buClr>
                <a:srgbClr val="DA1F28"/>
              </a:buClr>
              <a:buFont typeface="Wingdings 2" charset="2"/>
              <a:buChar char=""/>
            </a:pPr>
            <a:r>
              <a:rPr lang="en-US" sz="1800" b="0" strike="noStrike" spc="-1">
                <a:solidFill>
                  <a:srgbClr val="000000"/>
                </a:solidFill>
                <a:latin typeface="Lucida Sans Unicode"/>
              </a:rPr>
              <a:t>Fifth level</a:t>
            </a:r>
          </a:p>
        </p:txBody>
      </p:sp>
      <p:sp>
        <p:nvSpPr>
          <p:cNvPr id="88" name="PlaceHolder 2"/>
          <p:cNvSpPr>
            <a:spLocks noGrp="1"/>
          </p:cNvSpPr>
          <p:nvPr>
            <p:ph type="dt" idx="7"/>
          </p:nvPr>
        </p:nvSpPr>
        <p:spPr>
          <a:xfrm>
            <a:off x="7416000" y="5298480"/>
            <a:ext cx="2116440" cy="302040"/>
          </a:xfrm>
          <a:prstGeom prst="rect">
            <a:avLst/>
          </a:prstGeom>
          <a:noFill/>
          <a:ln w="0">
            <a:noFill/>
          </a:ln>
        </p:spPr>
        <p:txBody>
          <a:bodyPr lIns="90000" tIns="45000" rIns="90000" bIns="45000" anchor="b">
            <a:noAutofit/>
          </a:bodyPr>
          <a:lstStyle>
            <a:lvl1pPr>
              <a:lnSpc>
                <a:spcPct val="100000"/>
              </a:lnSpc>
              <a:buNone/>
              <a:defRPr lang="en-US" sz="1000" b="1" strike="noStrike" spc="-1">
                <a:solidFill>
                  <a:srgbClr val="000000"/>
                </a:solidFill>
                <a:latin typeface="Franklin Gothic Medium"/>
              </a:defRPr>
            </a:lvl1pPr>
          </a:lstStyle>
          <a:p>
            <a:pPr>
              <a:lnSpc>
                <a:spcPct val="100000"/>
              </a:lnSpc>
              <a:buNone/>
            </a:pPr>
            <a:r>
              <a:rPr lang="en-US" sz="1000" b="1" strike="noStrike" spc="-1">
                <a:solidFill>
                  <a:srgbClr val="000000"/>
                </a:solidFill>
                <a:latin typeface="Franklin Gothic Medium"/>
              </a:rPr>
              <a:t>&lt;date/time&gt;</a:t>
            </a:r>
            <a:endParaRPr lang="en-GB" sz="1000" b="0" strike="noStrike" spc="-1">
              <a:latin typeface="Times New Roman"/>
            </a:endParaRPr>
          </a:p>
        </p:txBody>
      </p:sp>
      <p:sp>
        <p:nvSpPr>
          <p:cNvPr id="89" name="PlaceHolder 3"/>
          <p:cNvSpPr>
            <a:spLocks noGrp="1"/>
          </p:cNvSpPr>
          <p:nvPr>
            <p:ph type="ftr" idx="8"/>
          </p:nvPr>
        </p:nvSpPr>
        <p:spPr>
          <a:xfrm>
            <a:off x="4828680" y="5298480"/>
            <a:ext cx="2591280" cy="301680"/>
          </a:xfrm>
          <a:prstGeom prst="rect">
            <a:avLst/>
          </a:prstGeom>
          <a:noFill/>
          <a:ln w="0">
            <a:noFill/>
          </a:ln>
        </p:spPr>
        <p:txBody>
          <a:bodyPr lIns="90000" tIns="45000" rIns="90000" bIns="45000" anchor="b">
            <a:noAutofit/>
          </a:bodyPr>
          <a:lstStyle>
            <a:lvl1pPr algn="r">
              <a:lnSpc>
                <a:spcPct val="100000"/>
              </a:lnSpc>
              <a:buNone/>
              <a:defRPr lang="en-US" sz="1000" b="1" strike="noStrike" spc="-1">
                <a:solidFill>
                  <a:srgbClr val="000000"/>
                </a:solidFill>
                <a:latin typeface="Franklin Gothic Medium"/>
              </a:defRPr>
            </a:lvl1pPr>
          </a:lstStyle>
          <a:p>
            <a:pPr algn="r">
              <a:lnSpc>
                <a:spcPct val="100000"/>
              </a:lnSpc>
              <a:buNone/>
            </a:pPr>
            <a:r>
              <a:rPr lang="en-US" sz="1000" b="1" strike="noStrike" spc="-1">
                <a:solidFill>
                  <a:srgbClr val="000000"/>
                </a:solidFill>
                <a:latin typeface="Franklin Gothic Medium"/>
              </a:rPr>
              <a:t>&lt;footer&gt;</a:t>
            </a:r>
            <a:endParaRPr lang="en-GB" sz="1000" b="0" strike="noStrike" spc="-1">
              <a:latin typeface="Times New Roman"/>
            </a:endParaRPr>
          </a:p>
        </p:txBody>
      </p:sp>
      <p:sp>
        <p:nvSpPr>
          <p:cNvPr id="90" name="PlaceHolder 4"/>
          <p:cNvSpPr>
            <a:spLocks noGrp="1"/>
          </p:cNvSpPr>
          <p:nvPr>
            <p:ph type="sldNum" idx="9"/>
          </p:nvPr>
        </p:nvSpPr>
        <p:spPr>
          <a:xfrm>
            <a:off x="9532800" y="5298480"/>
            <a:ext cx="402840" cy="301680"/>
          </a:xfrm>
          <a:prstGeom prst="rect">
            <a:avLst/>
          </a:prstGeom>
          <a:noFill/>
          <a:ln w="0">
            <a:noFill/>
          </a:ln>
        </p:spPr>
        <p:txBody>
          <a:bodyPr lIns="90000" tIns="45000" rIns="90000" bIns="45000" anchor="b">
            <a:noAutofit/>
          </a:bodyPr>
          <a:lstStyle>
            <a:lvl1pPr algn="r">
              <a:lnSpc>
                <a:spcPct val="100000"/>
              </a:lnSpc>
              <a:buNone/>
              <a:defRPr lang="en-US" sz="1000" b="0" strike="noStrike" spc="-1">
                <a:solidFill>
                  <a:srgbClr val="000000"/>
                </a:solidFill>
                <a:latin typeface="Franklin Gothic Medium"/>
              </a:defRPr>
            </a:lvl1pPr>
          </a:lstStyle>
          <a:p>
            <a:pPr algn="r">
              <a:lnSpc>
                <a:spcPct val="100000"/>
              </a:lnSpc>
              <a:buNone/>
            </a:pPr>
            <a:fld id="{87853328-CEAC-43AC-8533-132962C0D6B3}" type="slidenum">
              <a:rPr lang="en-US" sz="1000" b="0" strike="noStrike" spc="-1">
                <a:solidFill>
                  <a:srgbClr val="000000"/>
                </a:solidFill>
                <a:latin typeface="Franklin Gothic Medium"/>
              </a:rPr>
              <a:t>‹#›</a:t>
            </a:fld>
            <a:endParaRPr lang="en-GB" sz="1000" b="0" strike="noStrike" spc="-1">
              <a:latin typeface="Times New Roman"/>
            </a:endParaRPr>
          </a:p>
        </p:txBody>
      </p:sp>
      <p:sp>
        <p:nvSpPr>
          <p:cNvPr id="91" name="PlaceHolder 5"/>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Click to edit Master title style</a:t>
            </a:r>
            <a:endParaRPr lang="en-US" sz="4100" b="0" strike="noStrike" spc="-1">
              <a:solidFill>
                <a:srgbClr val="000000"/>
              </a:solidFill>
              <a:latin typeface="Franklin Gothic Medium"/>
            </a:endParaRPr>
          </a:p>
        </p:txBody>
      </p:sp>
      <p:pic>
        <p:nvPicPr>
          <p:cNvPr id="92" name="Object 40"/>
          <p:cNvPicPr/>
          <p:nvPr/>
        </p:nvPicPr>
        <p:blipFill>
          <a:blip r:embed="rId14"/>
          <a:stretch/>
        </p:blipFill>
        <p:spPr>
          <a:xfrm>
            <a:off x="360" y="3756960"/>
            <a:ext cx="671760" cy="19137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Introduction</a:t>
            </a:r>
          </a:p>
        </p:txBody>
      </p:sp>
      <p:sp>
        <p:nvSpPr>
          <p:cNvPr id="130"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860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Knowledge reasoning and inference are important concepts in artificial intelligence and cognitive science.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They refer to the ability of machines and humans to draw conclusions and make decisions based on available information.</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This lecture will discuss these concepts in more detail, including their definitions, applications, and examples.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504000" y="-238320"/>
            <a:ext cx="9071280" cy="1874880"/>
          </a:xfrm>
          <a:prstGeom prst="rect">
            <a:avLst/>
          </a:prstGeom>
          <a:noFill/>
          <a:ln w="0">
            <a:noFill/>
          </a:ln>
        </p:spPr>
        <p:txBody>
          <a:bodyPr lIns="0" tIns="0" rIns="0" bIns="0" anchor="ctr">
            <a:noAutofit/>
          </a:bodyPr>
          <a:lstStyle/>
          <a:p>
            <a:pPr algn="ctr">
              <a:lnSpc>
                <a:spcPct val="100000"/>
              </a:lnSpc>
              <a:buNone/>
            </a:pPr>
            <a:r>
              <a:rPr sz="4400"/>
              <a:t/>
            </a:r>
            <a:br>
              <a:rPr sz="4400"/>
            </a:br>
            <a:r>
              <a:rPr sz="4400"/>
              <a:t/>
            </a:r>
            <a:br>
              <a:rPr sz="4400"/>
            </a:br>
            <a:endParaRPr lang="en-GB" sz="4400" b="0" strike="noStrike" spc="-1">
              <a:latin typeface="Arial"/>
            </a:endParaRPr>
          </a:p>
        </p:txBody>
      </p:sp>
      <p:sp>
        <p:nvSpPr>
          <p:cNvPr id="132" name="PlaceHolder 2"/>
          <p:cNvSpPr>
            <a:spLocks noGrp="1"/>
          </p:cNvSpPr>
          <p:nvPr>
            <p:ph type="subTitle"/>
          </p:nvPr>
        </p:nvSpPr>
        <p:spPr>
          <a:xfrm>
            <a:off x="504000" y="1326600"/>
            <a:ext cx="9071280" cy="3287880"/>
          </a:xfrm>
          <a:prstGeom prst="rect">
            <a:avLst/>
          </a:prstGeom>
          <a:noFill/>
          <a:ln w="0">
            <a:noFill/>
          </a:ln>
        </p:spPr>
        <p:txBody>
          <a:bodyPr lIns="0" tIns="0" rIns="0" bIns="0" anchor="ctr">
            <a:noAutofit/>
          </a:bodyPr>
          <a:lstStyle/>
          <a:p>
            <a:pPr algn="ctr">
              <a:lnSpc>
                <a:spcPct val="100000"/>
              </a:lnSpc>
              <a:buNone/>
            </a:pPr>
            <a:r>
              <a:rPr lang="en-GB" sz="3200" b="0" strike="noStrike" spc="-1">
                <a:latin typeface="Arial"/>
              </a:rPr>
              <a:t>KNOWLEDGE REASONING AND INFERENCE</a:t>
            </a:r>
          </a:p>
          <a:p>
            <a:pPr algn="ctr">
              <a:lnSpc>
                <a:spcPct val="100000"/>
              </a:lnSpc>
              <a:buNone/>
            </a:pPr>
            <a:endParaRPr lang="en-GB" sz="3200" b="0" strike="noStrike" spc="-1">
              <a:latin typeface="Arial"/>
            </a:endParaRPr>
          </a:p>
          <a:p>
            <a:pPr algn="ctr">
              <a:lnSpc>
                <a:spcPct val="100000"/>
              </a:lnSpc>
              <a:buNone/>
            </a:pPr>
            <a:endParaRPr lang="en-GB" sz="32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Definitions</a:t>
            </a:r>
          </a:p>
        </p:txBody>
      </p:sp>
      <p:sp>
        <p:nvSpPr>
          <p:cNvPr id="134"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Knowledge reasoning refers to the process of using information and existing knowledge to draw conclusions and make decisions.</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It involves combining existing knowledge with new information to infer new facts or make predictions.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Examples</a:t>
            </a:r>
          </a:p>
        </p:txBody>
      </p:sp>
      <p:sp>
        <p:nvSpPr>
          <p:cNvPr id="136"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870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One example of knowledge reasoning is medical diagnosis.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A doctor uses their existing knowledge and experience to diagnose a patient's illness based on symptoms and test results.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They combine this knowledge with new information to infer a diagnosis and make a treatment plan.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38"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Another example is predictive maintenance in manufacturing.</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A machine learning algorithm can use existing data about machine performance to infer when maintenance is required, reducing downtime and improving efficiency.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Inference</a:t>
            </a:r>
          </a:p>
        </p:txBody>
      </p:sp>
      <p:sp>
        <p:nvSpPr>
          <p:cNvPr id="140"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It involves the ability to derive new knowledge or beliefs from existing knowledge and observations.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Example</a:t>
            </a:r>
          </a:p>
        </p:txBody>
      </p:sp>
      <p:sp>
        <p:nvSpPr>
          <p:cNvPr id="142"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70000" lnSpcReduction="2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Inference can also be illustrated through examples such as statistical inference, where new information is inferred based on statistical data.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For instance, a researcher can infer that there is a relationship between two variables based on the data collected.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Another example is deductive inference, where new information is inferred based on logical reasoning.</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For example, if it is known that all humans are mortal and that Socrates is a human, then it can be inferred that Socrates is mortal.</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Applications</a:t>
            </a:r>
          </a:p>
        </p:txBody>
      </p:sp>
      <p:sp>
        <p:nvSpPr>
          <p:cNvPr id="144"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95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Knowledge reasoning and inference have a wide range of applications, including natural language processing, expert systems, decision-making systems, robotics, and data analytics.</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Understanding these concepts can help us develop more efficient and intelligent machines and systems.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0">
          <a:gsLst>
            <a:gs pos="0">
              <a:srgbClr val="B4C7DC"/>
            </a:gs>
            <a:gs pos="100000">
              <a:srgbClr val="DEE6EF"/>
            </a:gs>
          </a:gsLst>
          <a:lin ang="5340000"/>
        </a:gradFill>
        <a:effectLst/>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US" sz="4400" b="0" strike="noStrike" spc="-1">
                <a:solidFill>
                  <a:srgbClr val="000000"/>
                </a:solidFill>
                <a:latin typeface="Calibri"/>
              </a:rPr>
              <a:t>Reasoning Types</a:t>
            </a:r>
            <a:endParaRPr lang="en-GB" sz="4400" b="0" strike="noStrike" spc="-1">
              <a:latin typeface="Arial"/>
            </a:endParaRPr>
          </a:p>
        </p:txBody>
      </p:sp>
      <p:sp>
        <p:nvSpPr>
          <p:cNvPr id="146"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641"/>
              </a:spcBef>
              <a:buClr>
                <a:srgbClr val="000000"/>
              </a:buClr>
              <a:buSzPct val="45000"/>
              <a:buFont typeface="Wingdings" charset="2"/>
              <a:buChar char=""/>
            </a:pPr>
            <a:r>
              <a:rPr lang="en-US" sz="3200" b="0" strike="noStrike" spc="-1">
                <a:solidFill>
                  <a:srgbClr val="00B0F0"/>
                </a:solidFill>
                <a:latin typeface="Calibri"/>
              </a:rPr>
              <a:t>5 types of reasoning:</a:t>
            </a:r>
            <a:endParaRPr lang="en-GB" sz="3200" b="0" strike="noStrike" spc="-1">
              <a:latin typeface="Arial"/>
            </a:endParaRPr>
          </a:p>
          <a:p>
            <a:pPr marL="432000" indent="-324000">
              <a:lnSpc>
                <a:spcPct val="100000"/>
              </a:lnSpc>
              <a:spcBef>
                <a:spcPts val="561"/>
              </a:spcBef>
              <a:buClr>
                <a:srgbClr val="000000"/>
              </a:buClr>
              <a:buSzPct val="45000"/>
              <a:buFont typeface="Wingdings" charset="2"/>
              <a:buChar char=""/>
            </a:pPr>
            <a:r>
              <a:rPr lang="en-US" sz="2800" b="0" strike="noStrike" spc="-1">
                <a:solidFill>
                  <a:srgbClr val="000000"/>
                </a:solidFill>
                <a:latin typeface="Calibri"/>
              </a:rPr>
              <a:t>Deductive</a:t>
            </a:r>
            <a:endParaRPr lang="en-GB" sz="2800" b="0" strike="noStrike" spc="-1">
              <a:latin typeface="Arial"/>
            </a:endParaRPr>
          </a:p>
          <a:p>
            <a:pPr marL="432000" indent="-324000">
              <a:lnSpc>
                <a:spcPct val="100000"/>
              </a:lnSpc>
              <a:spcBef>
                <a:spcPts val="561"/>
              </a:spcBef>
              <a:buClr>
                <a:srgbClr val="000000"/>
              </a:buClr>
              <a:buSzPct val="45000"/>
              <a:buFont typeface="Wingdings" charset="2"/>
              <a:buChar char=""/>
            </a:pPr>
            <a:r>
              <a:rPr lang="en-US" sz="2800" b="0" strike="noStrike" spc="-1">
                <a:solidFill>
                  <a:srgbClr val="000000"/>
                </a:solidFill>
                <a:latin typeface="Calibri"/>
              </a:rPr>
              <a:t>Inductive</a:t>
            </a:r>
            <a:endParaRPr lang="en-GB" sz="2800" b="0" strike="noStrike" spc="-1">
              <a:latin typeface="Arial"/>
            </a:endParaRPr>
          </a:p>
          <a:p>
            <a:pPr marL="432000" indent="-324000">
              <a:lnSpc>
                <a:spcPct val="100000"/>
              </a:lnSpc>
              <a:spcBef>
                <a:spcPts val="561"/>
              </a:spcBef>
              <a:buClr>
                <a:srgbClr val="000000"/>
              </a:buClr>
              <a:buSzPct val="45000"/>
              <a:buFont typeface="Wingdings" charset="2"/>
              <a:buChar char=""/>
            </a:pPr>
            <a:r>
              <a:rPr lang="en-US" sz="2800" b="0" strike="noStrike" spc="-1">
                <a:solidFill>
                  <a:srgbClr val="000000"/>
                </a:solidFill>
                <a:latin typeface="Calibri"/>
              </a:rPr>
              <a:t>Abductive</a:t>
            </a:r>
            <a:endParaRPr lang="en-GB" sz="2800" b="0" strike="noStrike" spc="-1">
              <a:latin typeface="Arial"/>
            </a:endParaRPr>
          </a:p>
          <a:p>
            <a:pPr marL="432000" indent="-324000">
              <a:lnSpc>
                <a:spcPct val="100000"/>
              </a:lnSpc>
              <a:spcBef>
                <a:spcPts val="561"/>
              </a:spcBef>
              <a:buClr>
                <a:srgbClr val="000000"/>
              </a:buClr>
              <a:buSzPct val="45000"/>
              <a:buFont typeface="Wingdings" charset="2"/>
              <a:buChar char=""/>
            </a:pPr>
            <a:r>
              <a:rPr lang="en-US" sz="2800" b="0" strike="noStrike" spc="-1">
                <a:solidFill>
                  <a:srgbClr val="000000"/>
                </a:solidFill>
                <a:latin typeface="Calibri"/>
              </a:rPr>
              <a:t>Analogical</a:t>
            </a:r>
            <a:endParaRPr lang="en-GB" sz="2800" b="0" strike="noStrike" spc="-1">
              <a:latin typeface="Arial"/>
            </a:endParaRPr>
          </a:p>
          <a:p>
            <a:pPr marL="432000" indent="-324000">
              <a:lnSpc>
                <a:spcPct val="100000"/>
              </a:lnSpc>
              <a:spcBef>
                <a:spcPts val="561"/>
              </a:spcBef>
              <a:buClr>
                <a:srgbClr val="000000"/>
              </a:buClr>
              <a:buSzPct val="45000"/>
              <a:buFont typeface="Wingdings" charset="2"/>
              <a:buChar char=""/>
            </a:pPr>
            <a:r>
              <a:rPr lang="en-US" sz="2800" b="0" strike="noStrike" spc="-1">
                <a:solidFill>
                  <a:srgbClr val="000000"/>
                </a:solidFill>
                <a:latin typeface="Calibri"/>
              </a:rPr>
              <a:t>Commonsense</a:t>
            </a:r>
            <a:endParaRPr lang="en-GB" sz="2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Deductive Reasoning</a:t>
            </a:r>
          </a:p>
        </p:txBody>
      </p:sp>
      <p:sp>
        <p:nvSpPr>
          <p:cNvPr id="148"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860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Deductive reasoning is a type of logical reasoning that involves drawing specific conclusions from general principles or premises.</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where reasoning starts with general statements and applies them to specific cases.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Deductive reasoning is widely used in mathematics, philosophy, and various fields of science.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504000" y="186480"/>
            <a:ext cx="9071280" cy="1023840"/>
          </a:xfrm>
          <a:prstGeom prst="rect">
            <a:avLst/>
          </a:prstGeom>
          <a:noFill/>
          <a:ln w="0">
            <a:noFill/>
          </a:ln>
        </p:spPr>
        <p:txBody>
          <a:bodyPr lIns="0" tIns="0" rIns="0" bIns="0" anchor="ctr">
            <a:noAutofit/>
          </a:bodyPr>
          <a:lstStyle/>
          <a:p>
            <a:pPr marL="432000" indent="-324000" algn="ctr">
              <a:lnSpc>
                <a:spcPct val="100000"/>
              </a:lnSpc>
              <a:spcBef>
                <a:spcPts val="1417"/>
              </a:spcBef>
              <a:buClr>
                <a:srgbClr val="000000"/>
              </a:buClr>
              <a:buSzPct val="45000"/>
              <a:buFont typeface="Wingdings" charset="2"/>
              <a:buChar char=""/>
            </a:pPr>
            <a:r>
              <a:rPr lang="en-GB" sz="3600" b="0" strike="noStrike" spc="-1">
                <a:latin typeface="Arial"/>
              </a:rPr>
              <a:t>The process of deductive reasoning typically involves the following steps:</a:t>
            </a:r>
          </a:p>
        </p:txBody>
      </p:sp>
      <p:sp>
        <p:nvSpPr>
          <p:cNvPr id="150"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65000" lnSpcReduction="20000"/>
          </a:bodyPr>
          <a:lstStyle/>
          <a:p>
            <a:pPr>
              <a:lnSpc>
                <a:spcPct val="100000"/>
              </a:lnSpc>
              <a:spcBef>
                <a:spcPts val="1417"/>
              </a:spcBef>
              <a:buNone/>
            </a:pPr>
            <a:endParaRPr lang="en-GB" sz="3200" b="0" strike="noStrike" spc="-1">
              <a:latin typeface="Arial"/>
            </a:endParaRP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Start with a general premise: Deductive reasoning begins with a general premise or principle that is assumed to be true. For example, "All mammals are warm-blooded."</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Apply the premise to a specific case: The next step is to apply the general premise to a specific case or example. For example, "Dogs are mammals."</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Draw a conclusion: Based on the premise and the specific case, a conclusion can be drawn. In this case, the conclusion is that "Dogs are warm-blooded.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Example of Deductive Reasoning:</a:t>
            </a:r>
          </a:p>
        </p:txBody>
      </p:sp>
      <p:sp>
        <p:nvSpPr>
          <p:cNvPr id="152"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Premise 1: All humans are mortal.</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Premise 2: Socrates is a human.</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Conclusion: Therefore, Socrates is mortal.</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Inductive Reasoning</a:t>
            </a:r>
          </a:p>
        </p:txBody>
      </p:sp>
      <p:sp>
        <p:nvSpPr>
          <p:cNvPr id="154"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860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Inductive reasoning is a type of logical reasoning that involves drawing general conclusions from specific observations or evidence.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where reasoning starts with specific cases and generalizes to broader principles.</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Inductive reasoning is commonly used in scientific inquiry, data analysis, and everyday problem-solving.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Components of Inductive Reasoning</a:t>
            </a:r>
          </a:p>
        </p:txBody>
      </p:sp>
      <p:sp>
        <p:nvSpPr>
          <p:cNvPr id="156"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79500" lnSpcReduction="20000"/>
          </a:bodyPr>
          <a:lstStyle/>
          <a:p>
            <a:pPr marL="432000" indent="-324000">
              <a:lnSpc>
                <a:spcPct val="100000"/>
              </a:lnSpc>
              <a:spcBef>
                <a:spcPts val="1417"/>
              </a:spcBef>
              <a:buClr>
                <a:srgbClr val="000000"/>
              </a:buClr>
              <a:buSzPct val="45000"/>
              <a:buFont typeface="Wingdings" charset="2"/>
              <a:buChar char=""/>
            </a:pPr>
            <a:r>
              <a:rPr lang="en-GB" sz="3600" b="0" strike="noStrike" spc="-1">
                <a:latin typeface="Arial"/>
              </a:rPr>
              <a:t>Observations: Inductive reasoning begins with specific observations or data points. These can be empirical observations, experimental results, or patterns identified in a set of examples.</a:t>
            </a:r>
          </a:p>
          <a:p>
            <a:pPr marL="432000" indent="-324000">
              <a:lnSpc>
                <a:spcPct val="100000"/>
              </a:lnSpc>
              <a:spcBef>
                <a:spcPts val="1417"/>
              </a:spcBef>
              <a:buClr>
                <a:srgbClr val="000000"/>
              </a:buClr>
              <a:buSzPct val="45000"/>
              <a:buFont typeface="Wingdings" charset="2"/>
              <a:buChar char=""/>
            </a:pPr>
            <a:r>
              <a:rPr lang="en-GB" sz="3600" b="0" strike="noStrike" spc="-1">
                <a:latin typeface="Arial"/>
              </a:rPr>
              <a:t>Patterns or Regularities: Inductive reasoning looks for patterns, regularities, or trends in the observed data.It seeks to identify similarities or commonalities that can be used to make generalizations.</a:t>
            </a:r>
          </a:p>
          <a:p>
            <a:pPr>
              <a:lnSpc>
                <a:spcPct val="100000"/>
              </a:lnSpc>
              <a:spcBef>
                <a:spcPts val="1417"/>
              </a:spcBef>
              <a:buNone/>
            </a:pPr>
            <a:endParaRPr lang="en-GB" sz="3200" b="0" strike="noStrike" spc="-1">
              <a:latin typeface="Arial"/>
            </a:endParaRPr>
          </a:p>
          <a:p>
            <a:pPr>
              <a:lnSpc>
                <a:spcPct val="100000"/>
              </a:lnSpc>
              <a:spcBef>
                <a:spcPts val="1417"/>
              </a:spcBef>
              <a:buNone/>
            </a:pPr>
            <a:endParaRPr lang="en-GB" sz="32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58"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785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Generalization: Based on the observed patterns, inductive reasoning involves drawing a general conclusion or forming a hypothesis that extends beyond the specific cases. This generalization is not certain or absolute, but it is likely to be true based on the available evidence.</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Strength of Induction: The strength of an inductive argument depends on the quantity and quality of the observed evidence, the representativeness of the examples, and the absence of counterexamples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lnSpc>
                <a:spcPct val="100000"/>
              </a:lnSpc>
              <a:buNone/>
            </a:pPr>
            <a:r>
              <a:rPr lang="en-GB" sz="4400" b="0" strike="noStrike" spc="-1">
                <a:latin typeface="Arial"/>
              </a:rPr>
              <a:t>Example of Inductive Reasoning</a:t>
            </a:r>
          </a:p>
        </p:txBody>
      </p:sp>
      <p:sp>
        <p:nvSpPr>
          <p:cNvPr id="160"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69000" lnSpcReduction="2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Observation: Every bird that we have observed can fly.</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Conclusion: Therefore, all birds can fly.</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In this example, the observed data consists of various bird species that can fly.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By using inductive reasoning, we generalize from these specific cases to conclude that all birds, including those not yet observed, can fly.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This conclusion is based on the pattern or regularity observed in the available data.</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buNone/>
            </a:pPr>
            <a:endParaRPr lang="en-GB" sz="4400" b="0" strike="noStrike" spc="-1">
              <a:latin typeface="Arial"/>
            </a:endParaRPr>
          </a:p>
        </p:txBody>
      </p:sp>
      <p:sp>
        <p:nvSpPr>
          <p:cNvPr id="162" name="PlaceHolder 2"/>
          <p:cNvSpPr>
            <a:spLocks noGrp="1"/>
          </p:cNvSpPr>
          <p:nvPr>
            <p:ph/>
          </p:nvPr>
        </p:nvSpPr>
        <p:spPr>
          <a:xfrm>
            <a:off x="504000" y="1326600"/>
            <a:ext cx="9071280" cy="3287880"/>
          </a:xfrm>
          <a:prstGeom prst="rect">
            <a:avLst/>
          </a:prstGeom>
          <a:noFill/>
          <a:ln w="0">
            <a:noFill/>
          </a:ln>
        </p:spPr>
        <p:txBody>
          <a:bodyPr lIns="0" tIns="0" rIns="0" bIns="0" anchor="t">
            <a:normAutofit fontScale="90000" lnSpcReduction="10000"/>
          </a:bodyPr>
          <a:lstStyle/>
          <a:p>
            <a:pPr marL="432000" indent="-324000">
              <a:lnSpc>
                <a:spcPct val="100000"/>
              </a:lnSpc>
              <a:spcBef>
                <a:spcPts val="1417"/>
              </a:spcBef>
              <a:buClr>
                <a:srgbClr val="000000"/>
              </a:buClr>
              <a:buSzPct val="45000"/>
              <a:buFont typeface="Wingdings" charset="2"/>
              <a:buChar char=""/>
            </a:pPr>
            <a:r>
              <a:rPr lang="en-GB" sz="3200" b="0" strike="noStrike" spc="-1">
                <a:latin typeface="Arial"/>
              </a:rPr>
              <a:t>Observation: Every swan I have seen is white.</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Observation: Every swan my friend has seen is white.</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Observation: Every swan in the park is white.</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 </a:t>
            </a:r>
          </a:p>
          <a:p>
            <a:pPr marL="432000" indent="-324000">
              <a:lnSpc>
                <a:spcPct val="100000"/>
              </a:lnSpc>
              <a:spcBef>
                <a:spcPts val="1417"/>
              </a:spcBef>
              <a:buClr>
                <a:srgbClr val="000000"/>
              </a:buClr>
              <a:buSzPct val="45000"/>
              <a:buFont typeface="Wingdings" charset="2"/>
              <a:buChar char=""/>
            </a:pPr>
            <a:r>
              <a:rPr lang="en-GB" sz="3200" b="0" strike="noStrike" spc="-1">
                <a:latin typeface="Arial"/>
              </a:rPr>
              <a:t>Conclusion: All swans are white.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lstStyle/>
          <a:p>
            <a:pPr algn="ctr">
              <a:buNone/>
            </a:pPr>
            <a:r>
              <a:rPr lang="en-US" sz="4400" b="1" dirty="0"/>
              <a:t>Abductive Reasoning</a:t>
            </a:r>
            <a:endParaRPr lang="en-GB" sz="4400" b="0" strike="noStrike" spc="-1" dirty="0">
              <a:latin typeface="Arial"/>
            </a:endParaRPr>
          </a:p>
        </p:txBody>
      </p:sp>
      <p:sp>
        <p:nvSpPr>
          <p:cNvPr id="164"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lstStyle/>
          <a:p>
            <a:r>
              <a:rPr lang="en-US" sz="3200" dirty="0"/>
              <a:t>Abductive reasoning involves generating plausible explanations or hypotheses to account for observed evidence or data</a:t>
            </a:r>
            <a:r>
              <a:rPr lang="en-US" sz="3200" dirty="0" smtClean="0"/>
              <a:t>.</a:t>
            </a:r>
          </a:p>
          <a:p>
            <a:r>
              <a:rPr lang="en-US" sz="3200" dirty="0" smtClean="0"/>
              <a:t> </a:t>
            </a:r>
            <a:r>
              <a:rPr lang="en-US" sz="3200" dirty="0"/>
              <a:t>It operates on the principle that the best explanation for observed phenomena is the one that best fits the available evidence</a:t>
            </a:r>
            <a:endParaRPr lang="en-GB" sz="32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p:nvPr>
        </p:nvSpPr>
        <p:spPr/>
        <p:txBody>
          <a:bodyPr/>
          <a:lstStyle/>
          <a:p>
            <a:r>
              <a:rPr lang="en-US" dirty="0"/>
              <a:t>Observation: The car won't start</a:t>
            </a:r>
            <a:r>
              <a:rPr lang="en-US" dirty="0" smtClean="0"/>
              <a:t>.</a:t>
            </a:r>
          </a:p>
          <a:p>
            <a:r>
              <a:rPr lang="en-US" dirty="0" smtClean="0"/>
              <a:t> </a:t>
            </a:r>
            <a:r>
              <a:rPr lang="en-US" dirty="0"/>
              <a:t>Explanation: The battery is dead</a:t>
            </a:r>
            <a:r>
              <a:rPr lang="en-US" dirty="0" smtClean="0"/>
              <a:t>.</a:t>
            </a:r>
          </a:p>
          <a:p>
            <a:endParaRPr lang="en-US" dirty="0"/>
          </a:p>
          <a:p>
            <a:r>
              <a:rPr lang="en-US" dirty="0"/>
              <a:t>Observation: The room is cold</a:t>
            </a:r>
            <a:r>
              <a:rPr lang="en-US" dirty="0" smtClean="0"/>
              <a:t>.</a:t>
            </a:r>
          </a:p>
          <a:p>
            <a:r>
              <a:rPr lang="en-US" dirty="0" smtClean="0"/>
              <a:t> </a:t>
            </a:r>
            <a:r>
              <a:rPr lang="en-US" dirty="0"/>
              <a:t>Explanation: The heater is not working</a:t>
            </a:r>
            <a:r>
              <a:rPr lang="en-US" dirty="0" smtClean="0"/>
              <a:t>.</a:t>
            </a:r>
          </a:p>
          <a:p>
            <a:endParaRPr lang="en-US" dirty="0"/>
          </a:p>
          <a:p>
            <a:r>
              <a:rPr lang="en-US" dirty="0"/>
              <a:t>Observation: The alarm did not go off</a:t>
            </a:r>
            <a:r>
              <a:rPr lang="en-US" dirty="0" smtClean="0"/>
              <a:t>.</a:t>
            </a:r>
          </a:p>
          <a:p>
            <a:r>
              <a:rPr lang="en-US" dirty="0" smtClean="0"/>
              <a:t> </a:t>
            </a:r>
            <a:r>
              <a:rPr lang="en-US" dirty="0"/>
              <a:t>Explanation: The power outage caused the alarm system to fail.</a:t>
            </a:r>
          </a:p>
        </p:txBody>
      </p:sp>
    </p:spTree>
    <p:extLst>
      <p:ext uri="{BB962C8B-B14F-4D97-AF65-F5344CB8AC3E}">
        <p14:creationId xmlns:p14="http://schemas.microsoft.com/office/powerpoint/2010/main" val="13845432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p:nvPr>
        </p:nvSpPr>
        <p:spPr/>
        <p:txBody>
          <a:bodyPr>
            <a:normAutofit fontScale="40000" lnSpcReduction="20000"/>
          </a:bodyPr>
          <a:lstStyle/>
          <a:p>
            <a:r>
              <a:rPr lang="en-US" sz="2800" dirty="0"/>
              <a:t>In each of these examples, abductive reasoning involves generating explanations or hypotheses that best account for the observed evidence. </a:t>
            </a:r>
            <a:endParaRPr lang="en-US" sz="2800" dirty="0" smtClean="0"/>
          </a:p>
          <a:p>
            <a:r>
              <a:rPr lang="en-US" sz="2800" dirty="0" smtClean="0"/>
              <a:t>While </a:t>
            </a:r>
            <a:r>
              <a:rPr lang="en-US" sz="2800" dirty="0"/>
              <a:t>these explanations may not be definitive or certain, they are considered the most plausible based on the available information</a:t>
            </a:r>
            <a:r>
              <a:rPr lang="en-US" sz="2800" dirty="0" smtClean="0"/>
              <a:t>.</a:t>
            </a:r>
          </a:p>
          <a:p>
            <a:r>
              <a:rPr lang="en-US" sz="2800" dirty="0" smtClean="0"/>
              <a:t>Abductive </a:t>
            </a:r>
            <a:r>
              <a:rPr lang="en-US" sz="2800" dirty="0"/>
              <a:t>reasoning plays a crucial role in problem-solving, decision-making, and scientific inquiry, helping us make sense of the world around us in the face of uncertainty</a:t>
            </a:r>
            <a:r>
              <a:rPr lang="en-US" dirty="0"/>
              <a:t>.</a:t>
            </a:r>
          </a:p>
        </p:txBody>
      </p:sp>
    </p:spTree>
    <p:extLst>
      <p:ext uri="{BB962C8B-B14F-4D97-AF65-F5344CB8AC3E}">
        <p14:creationId xmlns:p14="http://schemas.microsoft.com/office/powerpoint/2010/main" val="27732177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Commonsense Reasoning</a:t>
            </a:r>
            <a:endParaRPr lang="en-US" sz="4000" dirty="0"/>
          </a:p>
        </p:txBody>
      </p:sp>
      <p:sp>
        <p:nvSpPr>
          <p:cNvPr id="3" name="Content Placeholder 2"/>
          <p:cNvSpPr>
            <a:spLocks noGrp="1"/>
          </p:cNvSpPr>
          <p:nvPr>
            <p:ph/>
          </p:nvPr>
        </p:nvSpPr>
        <p:spPr/>
        <p:txBody>
          <a:bodyPr>
            <a:noAutofit/>
          </a:bodyPr>
          <a:lstStyle/>
          <a:p>
            <a:r>
              <a:rPr lang="en-US" sz="2400" dirty="0"/>
              <a:t>Commonsense reasoning refers to the ability to make logical deductions and inferences based on everyday knowledge and experiences that are considered common or shared among people. </a:t>
            </a:r>
            <a:endParaRPr lang="en-US" sz="2400" dirty="0" smtClean="0"/>
          </a:p>
          <a:p>
            <a:r>
              <a:rPr lang="en-US" sz="2400" dirty="0" smtClean="0"/>
              <a:t>It </a:t>
            </a:r>
            <a:r>
              <a:rPr lang="en-US" sz="2400" dirty="0"/>
              <a:t>encompasses the ability to understand, interpret, and reason about ordinary situations, events, and relationships without explicit formalization or specialized expertise</a:t>
            </a:r>
            <a:r>
              <a:rPr lang="en-US" sz="2400" dirty="0" smtClean="0"/>
              <a:t>.</a:t>
            </a:r>
          </a:p>
          <a:p>
            <a:r>
              <a:rPr lang="en-US" sz="2400" dirty="0"/>
              <a:t>Commonsense reasoning is essential for human cognition and interaction, enabling individuals to navigate the complexities of the world and make informed decisions in various domains.</a:t>
            </a:r>
            <a:r>
              <a:rPr lang="en-US" sz="2400" dirty="0" smtClean="0"/>
              <a:t> </a:t>
            </a:r>
            <a:endParaRPr lang="en-US" sz="2400" dirty="0"/>
          </a:p>
        </p:txBody>
      </p:sp>
    </p:spTree>
    <p:extLst>
      <p:ext uri="{BB962C8B-B14F-4D97-AF65-F5344CB8AC3E}">
        <p14:creationId xmlns:p14="http://schemas.microsoft.com/office/powerpoint/2010/main" val="22503588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p:nvPr>
        </p:nvSpPr>
        <p:spPr/>
        <p:txBody>
          <a:bodyPr>
            <a:normAutofit fontScale="55000" lnSpcReduction="20000"/>
          </a:bodyPr>
          <a:lstStyle/>
          <a:p>
            <a:r>
              <a:rPr lang="en-US" sz="2400" dirty="0"/>
              <a:t>Example: If you leave a glass of water outside on a hot day, it will evaporate.</a:t>
            </a:r>
          </a:p>
          <a:p>
            <a:r>
              <a:rPr lang="en-US" sz="2400" dirty="0"/>
              <a:t>Explanation: This commonsense reasoning is based on the understanding of the relationship between heat and evaporation. Given the temperature and the nature of water, it is common knowledge that water evaporates when exposed to heat</a:t>
            </a:r>
            <a:r>
              <a:rPr lang="en-US" sz="2400" dirty="0" smtClean="0"/>
              <a:t>.</a:t>
            </a:r>
          </a:p>
          <a:p>
            <a:r>
              <a:rPr lang="en-US" sz="2400" dirty="0"/>
              <a:t>Example: It is customary to greet someone with a handshake or a smile when meeting them for the first time.</a:t>
            </a:r>
          </a:p>
          <a:p>
            <a:endParaRPr lang="en-US" dirty="0"/>
          </a:p>
          <a:p>
            <a:endParaRPr lang="en-US" dirty="0"/>
          </a:p>
        </p:txBody>
      </p:sp>
    </p:spTree>
    <p:extLst>
      <p:ext uri="{BB962C8B-B14F-4D97-AF65-F5344CB8AC3E}">
        <p14:creationId xmlns:p14="http://schemas.microsoft.com/office/powerpoint/2010/main" val="4165647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p:nvPr>
        </p:nvSpPr>
        <p:spPr/>
        <p:txBody>
          <a:bodyPr/>
          <a:lstStyle/>
          <a:p>
            <a:r>
              <a:rPr lang="en-US" sz="2400" dirty="0" smtClean="0"/>
              <a:t>Explanation: This commonsense reasoning is based on social norms and conventions. It is generally understood that greetings are a polite way to acknowledge someone's presence and initiate social interaction.</a:t>
            </a:r>
          </a:p>
          <a:p>
            <a:r>
              <a:rPr lang="en-US" sz="2400" dirty="0" smtClean="0"/>
              <a:t>Example: If you want to make a sandwich, you need bread, cheese, and other ingredients.</a:t>
            </a:r>
          </a:p>
          <a:p>
            <a:r>
              <a:rPr lang="en-US" sz="2400" dirty="0" smtClean="0"/>
              <a:t>Explanation: This commonsense reasoning involves identifying the necessary steps and ingredients to achieve a specific goal. Making a sandwich requires assembling the appropriate components in a logical manner.</a:t>
            </a:r>
          </a:p>
          <a:p>
            <a:endParaRPr lang="en-US" dirty="0"/>
          </a:p>
        </p:txBody>
      </p:sp>
    </p:spTree>
    <p:extLst>
      <p:ext uri="{BB962C8B-B14F-4D97-AF65-F5344CB8AC3E}">
        <p14:creationId xmlns:p14="http://schemas.microsoft.com/office/powerpoint/2010/main" val="4455302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p:nvPr>
        </p:nvSpPr>
        <p:spPr>
          <a:xfrm>
            <a:off x="516240" y="1417320"/>
            <a:ext cx="8934120" cy="419364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GB" sz="2800" b="0" strike="noStrike" spc="-1">
                <a:solidFill>
                  <a:srgbClr val="00B0F0"/>
                </a:solidFill>
                <a:latin typeface="Lucida Sans Unicode"/>
              </a:rPr>
              <a:t>Concept 1 : </a:t>
            </a:r>
            <a:r>
              <a:rPr lang="en-GB" sz="2800" b="0" strike="noStrike" spc="-1">
                <a:solidFill>
                  <a:srgbClr val="92D050"/>
                </a:solidFill>
                <a:latin typeface="Lucida Sans Unicode"/>
              </a:rPr>
              <a:t>Pattern matching</a:t>
            </a:r>
            <a:endParaRPr lang="en-US" sz="28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000" b="0" strike="noStrike" spc="-1">
                <a:solidFill>
                  <a:srgbClr val="000000"/>
                </a:solidFill>
                <a:latin typeface="Lucida Sans Unicode"/>
              </a:rPr>
              <a:t>A </a:t>
            </a:r>
            <a:r>
              <a:rPr lang="en-GB" sz="2000" b="0" strike="noStrike" spc="-1">
                <a:solidFill>
                  <a:srgbClr val="FFC000"/>
                </a:solidFill>
                <a:latin typeface="Lucida Sans Unicode"/>
              </a:rPr>
              <a:t>process</a:t>
            </a:r>
            <a:r>
              <a:rPr lang="en-GB" sz="2000" b="0" strike="noStrike" spc="-1">
                <a:solidFill>
                  <a:srgbClr val="000000"/>
                </a:solidFill>
                <a:latin typeface="Lucida Sans Unicode"/>
              </a:rPr>
              <a:t> of matching between symbols, and between predicates,  to determine whether they are identical and therefore, match to each other.</a:t>
            </a:r>
            <a:endParaRPr lang="en-US" sz="2000" b="0" strike="noStrike" spc="-1">
              <a:solidFill>
                <a:srgbClr val="000000"/>
              </a:solidFill>
              <a:latin typeface="Lucida Sans Unicode"/>
            </a:endParaRPr>
          </a:p>
          <a:p>
            <a:pPr marL="609480" indent="-609480">
              <a:lnSpc>
                <a:spcPct val="100000"/>
              </a:lnSpc>
              <a:spcBef>
                <a:spcPts val="400"/>
              </a:spcBef>
              <a:buClr>
                <a:srgbClr val="2DA2BF"/>
              </a:buClr>
              <a:buSzPct val="68000"/>
              <a:buFont typeface="Wingdings 3" charset="2"/>
              <a:buChar char=""/>
            </a:pPr>
            <a:r>
              <a:rPr lang="en-GB" sz="2800" b="0" strike="noStrike" spc="-1">
                <a:solidFill>
                  <a:srgbClr val="00B0F0"/>
                </a:solidFill>
                <a:latin typeface="Lucida Sans Unicode"/>
              </a:rPr>
              <a:t>Concept 2 : </a:t>
            </a:r>
            <a:r>
              <a:rPr lang="en-GB" sz="2800" b="0" strike="noStrike" spc="-1">
                <a:solidFill>
                  <a:srgbClr val="92D050"/>
                </a:solidFill>
                <a:latin typeface="Lucida Sans Unicode"/>
              </a:rPr>
              <a:t>Instantiation</a:t>
            </a:r>
            <a:endParaRPr lang="en-US" sz="28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000" b="0" strike="noStrike" spc="-1">
                <a:solidFill>
                  <a:srgbClr val="000000"/>
                </a:solidFill>
                <a:latin typeface="Lucida Sans Unicode"/>
              </a:rPr>
              <a:t>A </a:t>
            </a:r>
            <a:r>
              <a:rPr lang="en-GB" sz="2000" b="0" strike="noStrike" spc="-1">
                <a:solidFill>
                  <a:srgbClr val="FFC000"/>
                </a:solidFill>
                <a:latin typeface="Lucida Sans Unicode"/>
              </a:rPr>
              <a:t>process</a:t>
            </a:r>
            <a:r>
              <a:rPr lang="en-GB" sz="2000" b="0" strike="noStrike" spc="-1">
                <a:solidFill>
                  <a:srgbClr val="000000"/>
                </a:solidFill>
                <a:latin typeface="Lucida Sans Unicode"/>
              </a:rPr>
              <a:t> of substituting or replacing a variable with another variable or a constant.</a:t>
            </a:r>
            <a:endParaRPr lang="en-US" sz="20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000" b="0" strike="noStrike" spc="-1">
                <a:solidFill>
                  <a:srgbClr val="000000"/>
                </a:solidFill>
                <a:latin typeface="Lucida Sans Unicode"/>
              </a:rPr>
              <a:t>Only applicable when dealing with FOPL statements.</a:t>
            </a:r>
            <a:endParaRPr lang="en-US" sz="2000" b="0" strike="noStrike" spc="-1">
              <a:solidFill>
                <a:srgbClr val="000000"/>
              </a:solidFill>
              <a:latin typeface="Lucida Sans Unicode"/>
            </a:endParaRPr>
          </a:p>
          <a:p>
            <a:pPr marL="609480" indent="-277920">
              <a:lnSpc>
                <a:spcPct val="100000"/>
              </a:lnSpc>
              <a:spcBef>
                <a:spcPts val="400"/>
              </a:spcBef>
              <a:buNone/>
              <a:tabLst>
                <a:tab pos="0" algn="l"/>
              </a:tabLst>
            </a:pPr>
            <a:endParaRPr lang="en-US" sz="2700" b="0" strike="noStrike" spc="-1">
              <a:solidFill>
                <a:srgbClr val="000000"/>
              </a:solidFill>
              <a:latin typeface="Lucida Sans Unicode"/>
            </a:endParaRPr>
          </a:p>
        </p:txBody>
      </p:sp>
      <p:sp>
        <p:nvSpPr>
          <p:cNvPr id="166"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fontScale="90000"/>
          </a:bodyPr>
          <a:lstStyle/>
          <a:p>
            <a:pPr>
              <a:lnSpc>
                <a:spcPct val="100000"/>
              </a:lnSpc>
              <a:buNone/>
            </a:pPr>
            <a:r>
              <a:rPr lang="en-US" sz="4100" b="1" strike="noStrike" spc="-1">
                <a:solidFill>
                  <a:srgbClr val="464646"/>
                </a:solidFill>
                <a:latin typeface="Lucida Sans Unicode"/>
              </a:rPr>
              <a:t>Important Concepts in Reasoning &amp; Inference</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iterate type="lt">
                                    <p:tmAbs val="0"/>
                                  </p:iterate>
                                  <p:childTnLst>
                                    <p:set>
                                      <p:cBhvr>
                                        <p:cTn id="6" dur="1" fill="hold">
                                          <p:stCondLst>
                                            <p:cond delay="0"/>
                                          </p:stCondLst>
                                        </p:cTn>
                                        <p:tgtEl>
                                          <p:spTgt spid="165">
                                            <p:txEl>
                                              <p:pRg st="0" end="0"/>
                                            </p:txEl>
                                          </p:spTgt>
                                        </p:tgtEl>
                                        <p:attrNameLst>
                                          <p:attrName>style.visibility</p:attrName>
                                        </p:attrNameLst>
                                      </p:cBhvr>
                                      <p:to>
                                        <p:strVal val="visible"/>
                                      </p:to>
                                    </p:set>
                                    <p:animEffect transition="in" filter="wheel(4)">
                                      <p:cBhvr additive="repl">
                                        <p:cTn id="7" dur="2000"/>
                                        <p:tgtEl>
                                          <p:spTgt spid="165">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165">
                                            <p:txEl>
                                              <p:pRg st="1" end="1"/>
                                            </p:txEl>
                                          </p:spTgt>
                                        </p:tgtEl>
                                        <p:attrNameLst>
                                          <p:attrName>style.visibility</p:attrName>
                                        </p:attrNameLst>
                                      </p:cBhvr>
                                      <p:to>
                                        <p:strVal val="visible"/>
                                      </p:to>
                                    </p:set>
                                    <p:animEffect transition="in" filter="wheel(4)">
                                      <p:cBhvr additive="repl">
                                        <p:cTn id="10" dur="2000"/>
                                        <p:tgtEl>
                                          <p:spTgt spid="165">
                                            <p:txEl>
                                              <p:pRg st="1" end="1"/>
                                            </p:txEl>
                                          </p:spTgt>
                                        </p:tgtEl>
                                      </p:cBhvr>
                                    </p:animEffect>
                                  </p:childTnLst>
                                </p:cTn>
                              </p:par>
                            </p:childTnLst>
                          </p:cTn>
                        </p:par>
                        <p:par>
                          <p:cTn id="11" fill="hold">
                            <p:stCondLst>
                              <p:cond delay="2000"/>
                            </p:stCondLst>
                            <p:childTnLst>
                              <p:par>
                                <p:cTn id="12" presetID="35" presetClass="emph" repeatCount="indefinite" fill="remove" nodeType="afterEffect">
                                  <p:stCondLst>
                                    <p:cond delay="1000"/>
                                  </p:stCondLst>
                                  <p:endCondLst>
                                    <p:cond evt="onNext" delay="0"/>
                                  </p:endCondLst>
                                  <p:iterate type="lt">
                                    <p:tmAbs val="0"/>
                                  </p:iterate>
                                  <p:childTnLst>
                                    <p:anim calcmode="discrete" valueType="num">
                                      <p:cBhvr additive="repl">
                                        <p:cTn id="13" dur="1000" fill="hold"/>
                                        <p:tgtEl>
                                          <p:spTgt spid="165">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4" fill="hold" nodeType="clickEffect">
                                  <p:stCondLst>
                                    <p:cond delay="0"/>
                                  </p:stCondLst>
                                  <p:iterate type="lt">
                                    <p:tmAbs val="0"/>
                                  </p:iterate>
                                  <p:childTnLst>
                                    <p:set>
                                      <p:cBhvr>
                                        <p:cTn id="17" dur="1" fill="hold">
                                          <p:stCondLst>
                                            <p:cond delay="0"/>
                                          </p:stCondLst>
                                        </p:cTn>
                                        <p:tgtEl>
                                          <p:spTgt spid="165">
                                            <p:txEl>
                                              <p:pRg st="2" end="2"/>
                                            </p:txEl>
                                          </p:spTgt>
                                        </p:tgtEl>
                                        <p:attrNameLst>
                                          <p:attrName>style.visibility</p:attrName>
                                        </p:attrNameLst>
                                      </p:cBhvr>
                                      <p:to>
                                        <p:strVal val="visible"/>
                                      </p:to>
                                    </p:set>
                                    <p:animEffect transition="in" filter="wheel(4)">
                                      <p:cBhvr additive="repl">
                                        <p:cTn id="18" dur="2000"/>
                                        <p:tgtEl>
                                          <p:spTgt spid="165">
                                            <p:txEl>
                                              <p:pRg st="2" end="2"/>
                                            </p:txEl>
                                          </p:spTgt>
                                        </p:tgtEl>
                                      </p:cBhvr>
                                    </p:animEffect>
                                  </p:childTnLst>
                                </p:cTn>
                              </p:par>
                              <p:par>
                                <p:cTn id="19" presetID="21" presetClass="entr" presetSubtype="4" fill="hold" nodeType="withEffect">
                                  <p:stCondLst>
                                    <p:cond delay="0"/>
                                  </p:stCondLst>
                                  <p:childTnLst>
                                    <p:set>
                                      <p:cBhvr>
                                        <p:cTn id="20" dur="1" fill="hold">
                                          <p:stCondLst>
                                            <p:cond delay="0"/>
                                          </p:stCondLst>
                                        </p:cTn>
                                        <p:tgtEl>
                                          <p:spTgt spid="165">
                                            <p:txEl>
                                              <p:pRg st="3" end="3"/>
                                            </p:txEl>
                                          </p:spTgt>
                                        </p:tgtEl>
                                        <p:attrNameLst>
                                          <p:attrName>style.visibility</p:attrName>
                                        </p:attrNameLst>
                                      </p:cBhvr>
                                      <p:to>
                                        <p:strVal val="visible"/>
                                      </p:to>
                                    </p:set>
                                    <p:animEffect transition="in" filter="wheel(4)">
                                      <p:cBhvr additive="repl">
                                        <p:cTn id="21" dur="2000"/>
                                        <p:tgtEl>
                                          <p:spTgt spid="165">
                                            <p:txEl>
                                              <p:pRg st="3" end="3"/>
                                            </p:txEl>
                                          </p:spTgt>
                                        </p:tgtEl>
                                      </p:cBhvr>
                                    </p:animEffect>
                                  </p:childTnLst>
                                </p:cTn>
                              </p:par>
                              <p:par>
                                <p:cTn id="22" presetID="21" presetClass="entr" presetSubtype="4" fill="hold" nodeType="withEffect">
                                  <p:stCondLst>
                                    <p:cond delay="0"/>
                                  </p:stCondLst>
                                  <p:childTnLst>
                                    <p:set>
                                      <p:cBhvr>
                                        <p:cTn id="23" dur="1" fill="hold">
                                          <p:stCondLst>
                                            <p:cond delay="0"/>
                                          </p:stCondLst>
                                        </p:cTn>
                                        <p:tgtEl>
                                          <p:spTgt spid="165">
                                            <p:txEl>
                                              <p:pRg st="4" end="4"/>
                                            </p:txEl>
                                          </p:spTgt>
                                        </p:tgtEl>
                                        <p:attrNameLst>
                                          <p:attrName>style.visibility</p:attrName>
                                        </p:attrNameLst>
                                      </p:cBhvr>
                                      <p:to>
                                        <p:strVal val="visible"/>
                                      </p:to>
                                    </p:set>
                                    <p:animEffect transition="in" filter="wheel(4)">
                                      <p:cBhvr additive="repl">
                                        <p:cTn id="24" dur="2000"/>
                                        <p:tgtEl>
                                          <p:spTgt spid="165">
                                            <p:txEl>
                                              <p:pRg st="4" end="4"/>
                                            </p:txEl>
                                          </p:spTgt>
                                        </p:tgtEl>
                                      </p:cBhvr>
                                    </p:animEffect>
                                  </p:childTnLst>
                                </p:cTn>
                              </p:par>
                            </p:childTnLst>
                          </p:cTn>
                        </p:par>
                        <p:par>
                          <p:cTn id="25" fill="hold">
                            <p:stCondLst>
                              <p:cond delay="2000"/>
                            </p:stCondLst>
                            <p:childTnLst>
                              <p:par>
                                <p:cTn id="26" presetID="35" presetClass="emph" repeatCount="indefinite" fill="remove" nodeType="afterEffect">
                                  <p:stCondLst>
                                    <p:cond delay="1000"/>
                                  </p:stCondLst>
                                  <p:endCondLst>
                                    <p:cond evt="onNext" delay="0"/>
                                  </p:endCondLst>
                                  <p:iterate type="lt">
                                    <p:tmAbs val="0"/>
                                  </p:iterate>
                                  <p:childTnLst>
                                    <p:anim calcmode="discrete" valueType="num">
                                      <p:cBhvr additive="repl">
                                        <p:cTn id="27" dur="1000" fill="hold"/>
                                        <p:tgtEl>
                                          <p:spTgt spid="165">
                                            <p:txEl>
                                              <p:pRg st="2" end="2"/>
                                            </p:txEl>
                                          </p:spTgt>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p:nvPr>
        </p:nvSpPr>
        <p:spPr>
          <a:xfrm>
            <a:off x="516240" y="1299600"/>
            <a:ext cx="8934120" cy="419364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GB" sz="2800" b="0" strike="noStrike" spc="-1">
                <a:solidFill>
                  <a:srgbClr val="00B0F0"/>
                </a:solidFill>
                <a:latin typeface="Lucida Sans Unicode"/>
              </a:rPr>
              <a:t>Concept 3 : </a:t>
            </a:r>
            <a:r>
              <a:rPr lang="en-GB" sz="2800" b="0" strike="noStrike" spc="-1">
                <a:solidFill>
                  <a:srgbClr val="92D050"/>
                </a:solidFill>
                <a:latin typeface="Lucida Sans Unicode"/>
              </a:rPr>
              <a:t>Unification</a:t>
            </a:r>
            <a:endParaRPr lang="en-US" sz="28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000" b="0" strike="noStrike" spc="-1">
                <a:solidFill>
                  <a:srgbClr val="000000"/>
                </a:solidFill>
                <a:latin typeface="Lucida Sans Unicode"/>
              </a:rPr>
              <a:t>A </a:t>
            </a:r>
            <a:r>
              <a:rPr lang="en-GB" sz="2000" b="0" strike="noStrike" spc="-1">
                <a:solidFill>
                  <a:srgbClr val="FFC000"/>
                </a:solidFill>
                <a:latin typeface="Lucida Sans Unicode"/>
              </a:rPr>
              <a:t>process</a:t>
            </a:r>
            <a:r>
              <a:rPr lang="en-GB" sz="2000" b="0" strike="noStrike" spc="-1">
                <a:solidFill>
                  <a:srgbClr val="000000"/>
                </a:solidFill>
                <a:latin typeface="Lucida Sans Unicode"/>
              </a:rPr>
              <a:t> of matching identical predicates and instantiating the variables (if any) with another variables or constants. </a:t>
            </a:r>
            <a:endParaRPr lang="en-US" sz="20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000" b="0" strike="noStrike" spc="-1">
                <a:solidFill>
                  <a:srgbClr val="000000"/>
                </a:solidFill>
                <a:latin typeface="Lucida Sans Unicode"/>
              </a:rPr>
              <a:t>Combine pattern matching with instantiation.</a:t>
            </a:r>
            <a:endParaRPr lang="en-US" sz="20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000" b="0" strike="noStrike" spc="-1">
                <a:solidFill>
                  <a:srgbClr val="000000"/>
                </a:solidFill>
                <a:latin typeface="Lucida Sans Unicode"/>
              </a:rPr>
              <a:t>Only applicable when dealing with FOPL statements.</a:t>
            </a:r>
            <a:endParaRPr lang="en-US" sz="2000" b="0" strike="noStrike" spc="-1">
              <a:solidFill>
                <a:srgbClr val="000000"/>
              </a:solidFill>
              <a:latin typeface="Lucida Sans Unicode"/>
            </a:endParaRPr>
          </a:p>
          <a:p>
            <a:pPr marL="609480" indent="-277920">
              <a:lnSpc>
                <a:spcPct val="100000"/>
              </a:lnSpc>
              <a:spcBef>
                <a:spcPts val="400"/>
              </a:spcBef>
              <a:buNone/>
              <a:tabLst>
                <a:tab pos="0" algn="l"/>
              </a:tabLst>
            </a:pPr>
            <a:endParaRPr lang="en-US" sz="2700" b="0" strike="noStrike" spc="-1">
              <a:solidFill>
                <a:srgbClr val="000000"/>
              </a:solidFill>
              <a:latin typeface="Lucida Sans Unicode"/>
            </a:endParaRPr>
          </a:p>
        </p:txBody>
      </p:sp>
      <p:sp>
        <p:nvSpPr>
          <p:cNvPr id="168"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fontScale="90000"/>
          </a:bodyPr>
          <a:lstStyle/>
          <a:p>
            <a:pPr>
              <a:lnSpc>
                <a:spcPct val="100000"/>
              </a:lnSpc>
              <a:buNone/>
            </a:pPr>
            <a:r>
              <a:rPr lang="en-US" sz="4100" b="1" strike="noStrike" spc="-1">
                <a:solidFill>
                  <a:srgbClr val="464646"/>
                </a:solidFill>
                <a:latin typeface="Lucida Sans Unicode"/>
              </a:rPr>
              <a:t>Important Concepts in Reasoning &amp; Inference</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167">
                                            <p:txEl>
                                              <p:pRg st="0" end="0"/>
                                            </p:txEl>
                                          </p:spTgt>
                                        </p:tgtEl>
                                        <p:attrNameLst>
                                          <p:attrName>style.visibility</p:attrName>
                                        </p:attrNameLst>
                                      </p:cBhvr>
                                      <p:to>
                                        <p:strVal val="visible"/>
                                      </p:to>
                                    </p:set>
                                    <p:animEffect transition="in" filter="wheel(4)">
                                      <p:cBhvr additive="repl">
                                        <p:cTn id="7" dur="2000"/>
                                        <p:tgtEl>
                                          <p:spTgt spid="167">
                                            <p:txEl>
                                              <p:pRg st="0" end="0"/>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167">
                                            <p:txEl>
                                              <p:pRg st="1" end="1"/>
                                            </p:txEl>
                                          </p:spTgt>
                                        </p:tgtEl>
                                        <p:attrNameLst>
                                          <p:attrName>style.visibility</p:attrName>
                                        </p:attrNameLst>
                                      </p:cBhvr>
                                      <p:to>
                                        <p:strVal val="visible"/>
                                      </p:to>
                                    </p:set>
                                    <p:animEffect transition="in" filter="wheel(4)">
                                      <p:cBhvr additive="repl">
                                        <p:cTn id="10" dur="2000"/>
                                        <p:tgtEl>
                                          <p:spTgt spid="167">
                                            <p:txEl>
                                              <p:pRg st="1" end="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167">
                                            <p:txEl>
                                              <p:pRg st="2" end="2"/>
                                            </p:txEl>
                                          </p:spTgt>
                                        </p:tgtEl>
                                        <p:attrNameLst>
                                          <p:attrName>style.visibility</p:attrName>
                                        </p:attrNameLst>
                                      </p:cBhvr>
                                      <p:to>
                                        <p:strVal val="visible"/>
                                      </p:to>
                                    </p:set>
                                    <p:animEffect transition="in" filter="wheel(4)">
                                      <p:cBhvr additive="repl">
                                        <p:cTn id="13" dur="2000"/>
                                        <p:tgtEl>
                                          <p:spTgt spid="167">
                                            <p:txEl>
                                              <p:pRg st="2" end="2"/>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167">
                                            <p:txEl>
                                              <p:pRg st="3" end="3"/>
                                            </p:txEl>
                                          </p:spTgt>
                                        </p:tgtEl>
                                        <p:attrNameLst>
                                          <p:attrName>style.visibility</p:attrName>
                                        </p:attrNameLst>
                                      </p:cBhvr>
                                      <p:to>
                                        <p:strVal val="visible"/>
                                      </p:to>
                                    </p:set>
                                    <p:animEffect transition="in" filter="wheel(4)">
                                      <p:cBhvr additive="repl">
                                        <p:cTn id="16" dur="2000"/>
                                        <p:tgtEl>
                                          <p:spTgt spid="167">
                                            <p:txEl>
                                              <p:pRg st="3" end="3"/>
                                            </p:txEl>
                                          </p:spTgt>
                                        </p:tgtEl>
                                      </p:cBhvr>
                                    </p:animEffect>
                                  </p:childTnLst>
                                </p:cTn>
                              </p:par>
                            </p:childTnLst>
                          </p:cTn>
                        </p:par>
                        <p:par>
                          <p:cTn id="17" fill="hold">
                            <p:stCondLst>
                              <p:cond delay="2000"/>
                            </p:stCondLst>
                            <p:childTnLst>
                              <p:par>
                                <p:cTn id="18" presetID="35" presetClass="emph" repeatCount="indefinite" fill="hold" nodeType="afterEffect">
                                  <p:stCondLst>
                                    <p:cond delay="1000"/>
                                  </p:stCondLst>
                                  <p:endCondLst>
                                    <p:cond evt="onNext" delay="0"/>
                                  </p:endCondLst>
                                  <p:childTnLst>
                                    <p:anim calcmode="discrete" valueType="num">
                                      <p:cBhvr additive="repl">
                                        <p:cTn id="19" dur="1000" fill="hold"/>
                                        <p:tgtEl>
                                          <p:spTgt spid="167">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p:nvPr>
        </p:nvSpPr>
        <p:spPr>
          <a:xfrm>
            <a:off x="235800" y="1240200"/>
            <a:ext cx="5197680" cy="4193640"/>
          </a:xfrm>
          <a:prstGeom prst="rect">
            <a:avLst/>
          </a:prstGeom>
          <a:noFill/>
          <a:ln w="0">
            <a:noFill/>
          </a:ln>
        </p:spPr>
        <p:txBody>
          <a:bodyPr lIns="90000" tIns="45000" rIns="90000" bIns="45000" anchor="t">
            <a:normAutofit/>
          </a:bodyPr>
          <a:lstStyle/>
          <a:p>
            <a:pPr marL="406440" indent="-406440">
              <a:lnSpc>
                <a:spcPct val="100000"/>
              </a:lnSpc>
              <a:spcBef>
                <a:spcPts val="400"/>
              </a:spcBef>
              <a:buClr>
                <a:srgbClr val="2DA2BF"/>
              </a:buClr>
              <a:buSzPct val="68000"/>
              <a:buFont typeface="Wingdings 3" charset="2"/>
              <a:buChar char=""/>
            </a:pPr>
            <a:r>
              <a:rPr lang="en-GB" sz="2400" b="0" strike="noStrike" spc="-1">
                <a:solidFill>
                  <a:srgbClr val="000000"/>
                </a:solidFill>
                <a:latin typeface="Lucida Sans Unicode"/>
              </a:rPr>
              <a:t>Two symbols/predicates  are matched if they are identical</a:t>
            </a:r>
            <a:endParaRPr lang="en-US" sz="2400" b="0" strike="noStrike" spc="-1">
              <a:solidFill>
                <a:srgbClr val="000000"/>
              </a:solidFill>
              <a:latin typeface="Lucida Sans Unicode"/>
            </a:endParaRPr>
          </a:p>
          <a:p>
            <a:pPr marL="406440" indent="-406440">
              <a:lnSpc>
                <a:spcPct val="100000"/>
              </a:lnSpc>
              <a:spcBef>
                <a:spcPts val="400"/>
              </a:spcBef>
              <a:buClr>
                <a:srgbClr val="2DA2BF"/>
              </a:buClr>
              <a:buSzPct val="68000"/>
              <a:buFont typeface="Wingdings 3" charset="2"/>
              <a:buChar char=""/>
            </a:pPr>
            <a:r>
              <a:rPr lang="en-GB" sz="2400" b="0" strike="noStrike" spc="-1">
                <a:solidFill>
                  <a:srgbClr val="000000"/>
                </a:solidFill>
                <a:latin typeface="Lucida Sans Unicode"/>
              </a:rPr>
              <a:t>E.g.</a:t>
            </a:r>
            <a:endParaRPr lang="en-US" sz="2400" b="0" strike="noStrike" spc="-1">
              <a:solidFill>
                <a:srgbClr val="000000"/>
              </a:solidFill>
              <a:latin typeface="Lucida Sans Unicode"/>
            </a:endParaRPr>
          </a:p>
          <a:p>
            <a:pPr marL="698400" lvl="1" indent="-291960">
              <a:lnSpc>
                <a:spcPct val="100000"/>
              </a:lnSpc>
              <a:spcBef>
                <a:spcPts val="323"/>
              </a:spcBef>
              <a:buClr>
                <a:srgbClr val="2DA2BF"/>
              </a:buClr>
              <a:buFont typeface="Verdana"/>
              <a:buChar char="◦"/>
            </a:pPr>
            <a:r>
              <a:rPr lang="en-GB" sz="2000" b="0" strike="noStrike" spc="-1">
                <a:solidFill>
                  <a:srgbClr val="000000"/>
                </a:solidFill>
                <a:latin typeface="Lucida Sans Unicode"/>
              </a:rPr>
              <a:t>tweety </a:t>
            </a:r>
            <a:r>
              <a:rPr lang="en-GB" sz="2000" b="0" strike="noStrike" spc="-1">
                <a:solidFill>
                  <a:srgbClr val="000000"/>
                </a:solidFill>
                <a:latin typeface="Symbol"/>
              </a:rPr>
              <a:t></a:t>
            </a:r>
            <a:r>
              <a:rPr lang="en-GB" sz="2000" b="0" strike="noStrike" spc="-1">
                <a:solidFill>
                  <a:srgbClr val="000000"/>
                </a:solidFill>
                <a:latin typeface="Lucida Sans Unicode"/>
              </a:rPr>
              <a:t> tweety ... match</a:t>
            </a:r>
            <a:endParaRPr lang="en-US" sz="2000" b="0" strike="noStrike" spc="-1">
              <a:solidFill>
                <a:srgbClr val="000000"/>
              </a:solidFill>
              <a:latin typeface="Lucida Sans Unicode"/>
            </a:endParaRPr>
          </a:p>
          <a:p>
            <a:pPr marL="698400" lvl="1" indent="-291960">
              <a:lnSpc>
                <a:spcPct val="100000"/>
              </a:lnSpc>
              <a:spcBef>
                <a:spcPts val="323"/>
              </a:spcBef>
              <a:buClr>
                <a:srgbClr val="2DA2BF"/>
              </a:buClr>
              <a:buFont typeface="Verdana"/>
              <a:buChar char="◦"/>
            </a:pPr>
            <a:r>
              <a:rPr lang="en-GB" sz="2000" b="0" strike="noStrike" spc="-1">
                <a:solidFill>
                  <a:srgbClr val="000000"/>
                </a:solidFill>
                <a:latin typeface="Lucida Sans Unicode"/>
              </a:rPr>
              <a:t>twe</a:t>
            </a:r>
            <a:r>
              <a:rPr lang="en-GB" sz="2000" b="1" strike="noStrike" spc="-1">
                <a:solidFill>
                  <a:srgbClr val="FF0000"/>
                </a:solidFill>
                <a:latin typeface="Lucida Sans Unicode"/>
              </a:rPr>
              <a:t>e</a:t>
            </a:r>
            <a:r>
              <a:rPr lang="en-GB" sz="2000" b="0" strike="noStrike" spc="-1">
                <a:solidFill>
                  <a:srgbClr val="000000"/>
                </a:solidFill>
                <a:latin typeface="Lucida Sans Unicode"/>
              </a:rPr>
              <a:t>ty </a:t>
            </a:r>
            <a:r>
              <a:rPr lang="en-GB" sz="2000" b="0" strike="noStrike" spc="-1">
                <a:solidFill>
                  <a:srgbClr val="000000"/>
                </a:solidFill>
                <a:latin typeface="Symbol"/>
              </a:rPr>
              <a:t></a:t>
            </a:r>
            <a:r>
              <a:rPr lang="en-GB" sz="2000" b="0" strike="noStrike" spc="-1">
                <a:solidFill>
                  <a:srgbClr val="000000"/>
                </a:solidFill>
                <a:latin typeface="Lucida Sans Unicode"/>
              </a:rPr>
              <a:t> twe</a:t>
            </a:r>
            <a:r>
              <a:rPr lang="en-GB" sz="2000" b="1" strike="noStrike" spc="-1">
                <a:solidFill>
                  <a:srgbClr val="FF0000"/>
                </a:solidFill>
                <a:latin typeface="Lucida Sans Unicode"/>
              </a:rPr>
              <a:t>a</a:t>
            </a:r>
            <a:r>
              <a:rPr lang="en-GB" sz="2000" b="0" strike="noStrike" spc="-1">
                <a:solidFill>
                  <a:srgbClr val="000000"/>
                </a:solidFill>
                <a:latin typeface="Lucida Sans Unicode"/>
              </a:rPr>
              <a:t>ty ... not match</a:t>
            </a:r>
            <a:endParaRPr lang="en-US" sz="2000" b="0" strike="noStrike" spc="-1">
              <a:solidFill>
                <a:srgbClr val="000000"/>
              </a:solidFill>
              <a:latin typeface="Lucida Sans Unicode"/>
            </a:endParaRPr>
          </a:p>
          <a:p>
            <a:pPr marL="698400" lvl="1" indent="-291960">
              <a:lnSpc>
                <a:spcPct val="100000"/>
              </a:lnSpc>
              <a:spcBef>
                <a:spcPts val="323"/>
              </a:spcBef>
              <a:buClr>
                <a:srgbClr val="2DA2BF"/>
              </a:buClr>
              <a:buFont typeface="Verdana"/>
              <a:buChar char="◦"/>
            </a:pPr>
            <a:r>
              <a:rPr lang="en-GB" sz="2000" b="0" strike="noStrike" spc="-1">
                <a:solidFill>
                  <a:srgbClr val="000000"/>
                </a:solidFill>
                <a:latin typeface="Lucida Sans Unicode"/>
              </a:rPr>
              <a:t>fl</a:t>
            </a:r>
            <a:r>
              <a:rPr lang="en-GB" sz="2000" b="1" strike="noStrike" spc="-1">
                <a:solidFill>
                  <a:srgbClr val="FF0000"/>
                </a:solidFill>
                <a:latin typeface="Lucida Sans Unicode"/>
              </a:rPr>
              <a:t>y</a:t>
            </a:r>
            <a:r>
              <a:rPr lang="en-GB" sz="2000" b="0" strike="noStrike" spc="-1">
                <a:solidFill>
                  <a:srgbClr val="000000"/>
                </a:solidFill>
                <a:latin typeface="Lucida Sans Unicode"/>
              </a:rPr>
              <a:t> </a:t>
            </a:r>
            <a:r>
              <a:rPr lang="en-GB" sz="2000" b="0" strike="noStrike" spc="-1">
                <a:solidFill>
                  <a:srgbClr val="000000"/>
                </a:solidFill>
                <a:latin typeface="Symbol"/>
              </a:rPr>
              <a:t></a:t>
            </a:r>
            <a:r>
              <a:rPr lang="en-GB" sz="2000" b="0" strike="noStrike" spc="-1">
                <a:solidFill>
                  <a:srgbClr val="000000"/>
                </a:solidFill>
                <a:latin typeface="Lucida Sans Unicode"/>
              </a:rPr>
              <a:t> fl</a:t>
            </a:r>
            <a:r>
              <a:rPr lang="en-GB" sz="2000" b="1" strike="noStrike" spc="-1">
                <a:solidFill>
                  <a:srgbClr val="FF0000"/>
                </a:solidFill>
                <a:latin typeface="Lucida Sans Unicode"/>
              </a:rPr>
              <a:t>ies </a:t>
            </a:r>
            <a:r>
              <a:rPr lang="en-GB" sz="2000" b="1" strike="noStrike" spc="-1">
                <a:solidFill>
                  <a:srgbClr val="000000"/>
                </a:solidFill>
                <a:latin typeface="Lucida Sans Unicode"/>
              </a:rPr>
              <a:t>... </a:t>
            </a:r>
            <a:r>
              <a:rPr lang="en-GB" sz="2000" b="0" strike="noStrike" spc="-1">
                <a:solidFill>
                  <a:srgbClr val="000000"/>
                </a:solidFill>
                <a:latin typeface="Lucida Sans Unicode"/>
              </a:rPr>
              <a:t>not match</a:t>
            </a:r>
            <a:endParaRPr lang="en-US" sz="2000" b="0" strike="noStrike" spc="-1">
              <a:solidFill>
                <a:srgbClr val="000000"/>
              </a:solidFill>
              <a:latin typeface="Lucida Sans Unicode"/>
            </a:endParaRPr>
          </a:p>
          <a:p>
            <a:pPr marL="698400" lvl="1" indent="-291960">
              <a:lnSpc>
                <a:spcPct val="100000"/>
              </a:lnSpc>
              <a:spcBef>
                <a:spcPts val="323"/>
              </a:spcBef>
              <a:buClr>
                <a:srgbClr val="2DA2BF"/>
              </a:buClr>
              <a:buFont typeface="Verdana"/>
              <a:buChar char="◦"/>
            </a:pPr>
            <a:r>
              <a:rPr lang="en-GB" sz="2000" b="0" strike="noStrike" spc="-1">
                <a:solidFill>
                  <a:srgbClr val="000000"/>
                </a:solidFill>
                <a:latin typeface="Lucida Sans Unicode"/>
              </a:rPr>
              <a:t>m</a:t>
            </a:r>
            <a:r>
              <a:rPr lang="en-GB" sz="2000" b="1" strike="noStrike" spc="-1">
                <a:solidFill>
                  <a:srgbClr val="FF0000"/>
                </a:solidFill>
                <a:latin typeface="Lucida Sans Unicode"/>
              </a:rPr>
              <a:t>a</a:t>
            </a:r>
            <a:r>
              <a:rPr lang="en-GB" sz="2000" b="0" strike="noStrike" spc="-1">
                <a:solidFill>
                  <a:srgbClr val="000000"/>
                </a:solidFill>
                <a:latin typeface="Lucida Sans Unicode"/>
              </a:rPr>
              <a:t>n </a:t>
            </a:r>
            <a:r>
              <a:rPr lang="en-GB" sz="2000" b="0" strike="noStrike" spc="-1">
                <a:solidFill>
                  <a:srgbClr val="000000"/>
                </a:solidFill>
                <a:latin typeface="Symbol"/>
              </a:rPr>
              <a:t></a:t>
            </a:r>
            <a:r>
              <a:rPr lang="en-GB" sz="2000" b="0" strike="noStrike" spc="-1">
                <a:solidFill>
                  <a:srgbClr val="000000"/>
                </a:solidFill>
                <a:latin typeface="Lucida Sans Unicode"/>
              </a:rPr>
              <a:t> m</a:t>
            </a:r>
            <a:r>
              <a:rPr lang="en-GB" sz="2000" b="1" strike="noStrike" spc="-1">
                <a:solidFill>
                  <a:srgbClr val="FF0000"/>
                </a:solidFill>
                <a:latin typeface="Lucida Sans Unicode"/>
              </a:rPr>
              <a:t>e</a:t>
            </a:r>
            <a:r>
              <a:rPr lang="en-GB" sz="2000" b="0" strike="noStrike" spc="-1">
                <a:solidFill>
                  <a:srgbClr val="000000"/>
                </a:solidFill>
                <a:latin typeface="Lucida Sans Unicode"/>
              </a:rPr>
              <a:t>n ... not match</a:t>
            </a:r>
            <a:endParaRPr lang="en-US" sz="2000" b="0" strike="noStrike" spc="-1">
              <a:solidFill>
                <a:srgbClr val="000000"/>
              </a:solidFill>
              <a:latin typeface="Lucida Sans Unicode"/>
            </a:endParaRPr>
          </a:p>
          <a:p>
            <a:pPr marL="698400" lvl="1" indent="-291960">
              <a:lnSpc>
                <a:spcPct val="100000"/>
              </a:lnSpc>
              <a:spcBef>
                <a:spcPts val="323"/>
              </a:spcBef>
              <a:buClr>
                <a:srgbClr val="2DA2BF"/>
              </a:buClr>
              <a:buFont typeface="Verdana"/>
              <a:buChar char="◦"/>
            </a:pPr>
            <a:r>
              <a:rPr lang="en-GB" sz="2000" b="0" strike="noStrike" spc="-1">
                <a:solidFill>
                  <a:srgbClr val="000000"/>
                </a:solidFill>
                <a:latin typeface="Lucida Sans Unicode"/>
              </a:rPr>
              <a:t>teach(X, math) </a:t>
            </a:r>
            <a:r>
              <a:rPr lang="en-GB" sz="2000" b="0" strike="noStrike" spc="-1">
                <a:solidFill>
                  <a:srgbClr val="000000"/>
                </a:solidFill>
                <a:latin typeface="Symbol"/>
              </a:rPr>
              <a:t></a:t>
            </a:r>
            <a:r>
              <a:rPr lang="en-GB" sz="2000" b="0" strike="noStrike" spc="-1">
                <a:solidFill>
                  <a:srgbClr val="000000"/>
                </a:solidFill>
                <a:latin typeface="Lucida Sans Unicode"/>
              </a:rPr>
              <a:t> teach(she, math) ... match</a:t>
            </a:r>
            <a:endParaRPr lang="en-US" sz="2000" b="0" strike="noStrike" spc="-1">
              <a:solidFill>
                <a:srgbClr val="000000"/>
              </a:solidFill>
              <a:latin typeface="Lucida Sans Unicode"/>
            </a:endParaRPr>
          </a:p>
        </p:txBody>
      </p:sp>
      <p:sp>
        <p:nvSpPr>
          <p:cNvPr id="170"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Concept 1: Pattern Matching</a:t>
            </a:r>
            <a:endParaRPr lang="en-US" sz="4100" b="0" strike="noStrike" spc="-1">
              <a:solidFill>
                <a:srgbClr val="000000"/>
              </a:solidFill>
              <a:latin typeface="Franklin Gothic Medium"/>
            </a:endParaRPr>
          </a:p>
        </p:txBody>
      </p:sp>
      <p:grpSp>
        <p:nvGrpSpPr>
          <p:cNvPr id="171" name="Group 6"/>
          <p:cNvGrpSpPr/>
          <p:nvPr/>
        </p:nvGrpSpPr>
        <p:grpSpPr>
          <a:xfrm>
            <a:off x="8740080" y="2723760"/>
            <a:ext cx="1025280" cy="1124640"/>
            <a:chOff x="8740080" y="2723760"/>
            <a:chExt cx="1025280" cy="1124640"/>
          </a:xfrm>
        </p:grpSpPr>
        <p:sp>
          <p:nvSpPr>
            <p:cNvPr id="172" name="AutoShape 4"/>
            <p:cNvSpPr/>
            <p:nvPr/>
          </p:nvSpPr>
          <p:spPr>
            <a:xfrm>
              <a:off x="9187200" y="2723760"/>
              <a:ext cx="578160" cy="692640"/>
            </a:xfrm>
            <a:prstGeom prst="smileyFace">
              <a:avLst>
                <a:gd name="adj" fmla="val 4653"/>
              </a:avLst>
            </a:prstGeom>
            <a:solidFill>
              <a:schemeClr val="accent1"/>
            </a:solidFill>
            <a:ln w="9525">
              <a:solidFill>
                <a:srgbClr val="000000"/>
              </a:solidFill>
              <a:round/>
            </a:ln>
          </p:spPr>
          <p:style>
            <a:lnRef idx="0">
              <a:scrgbClr r="0" g="0" b="0"/>
            </a:lnRef>
            <a:fillRef idx="0">
              <a:scrgbClr r="0" g="0" b="0"/>
            </a:fillRef>
            <a:effectRef idx="0">
              <a:scrgbClr r="0" g="0" b="0"/>
            </a:effectRef>
            <a:fontRef idx="minor"/>
          </p:style>
        </p:sp>
        <p:sp>
          <p:nvSpPr>
            <p:cNvPr id="173" name="Rectangle 8"/>
            <p:cNvSpPr/>
            <p:nvPr/>
          </p:nvSpPr>
          <p:spPr>
            <a:xfrm>
              <a:off x="8740080" y="3484440"/>
              <a:ext cx="981360" cy="3639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1" strike="noStrike" spc="-1">
                  <a:solidFill>
                    <a:srgbClr val="003399"/>
                  </a:solidFill>
                  <a:latin typeface="Arial Narrow"/>
                </a:rPr>
                <a:t>Pattern 1</a:t>
              </a:r>
              <a:endParaRPr lang="en-GB" sz="1800" b="0" strike="noStrike" spc="-1">
                <a:latin typeface="Arial"/>
              </a:endParaRPr>
            </a:p>
          </p:txBody>
        </p:sp>
      </p:grpSp>
      <p:grpSp>
        <p:nvGrpSpPr>
          <p:cNvPr id="174" name="Group 7"/>
          <p:cNvGrpSpPr/>
          <p:nvPr/>
        </p:nvGrpSpPr>
        <p:grpSpPr>
          <a:xfrm>
            <a:off x="7629840" y="1712880"/>
            <a:ext cx="1371960" cy="781920"/>
            <a:chOff x="7629840" y="1712880"/>
            <a:chExt cx="1371960" cy="781920"/>
          </a:xfrm>
        </p:grpSpPr>
        <p:sp>
          <p:nvSpPr>
            <p:cNvPr id="175" name="AutoShape 5"/>
            <p:cNvSpPr/>
            <p:nvPr/>
          </p:nvSpPr>
          <p:spPr>
            <a:xfrm>
              <a:off x="7629840" y="1802160"/>
              <a:ext cx="578160" cy="692640"/>
            </a:xfrm>
            <a:prstGeom prst="smileyFace">
              <a:avLst>
                <a:gd name="adj" fmla="val 4653"/>
              </a:avLst>
            </a:prstGeom>
            <a:solidFill>
              <a:srgbClr val="996633"/>
            </a:solidFill>
            <a:ln w="9525">
              <a:solidFill>
                <a:srgbClr val="000000"/>
              </a:solidFill>
              <a:round/>
            </a:ln>
          </p:spPr>
          <p:style>
            <a:lnRef idx="0">
              <a:scrgbClr r="0" g="0" b="0"/>
            </a:lnRef>
            <a:fillRef idx="0">
              <a:scrgbClr r="0" g="0" b="0"/>
            </a:fillRef>
            <a:effectRef idx="0">
              <a:scrgbClr r="0" g="0" b="0"/>
            </a:effectRef>
            <a:fontRef idx="minor"/>
          </p:style>
        </p:sp>
        <p:sp>
          <p:nvSpPr>
            <p:cNvPr id="176" name="Rectangle 9"/>
            <p:cNvSpPr/>
            <p:nvPr/>
          </p:nvSpPr>
          <p:spPr>
            <a:xfrm>
              <a:off x="8020440" y="1712880"/>
              <a:ext cx="981360" cy="3639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1" strike="noStrike" spc="-1">
                  <a:solidFill>
                    <a:srgbClr val="003399"/>
                  </a:solidFill>
                  <a:latin typeface="Arial Narrow"/>
                </a:rPr>
                <a:t>Pattern 2</a:t>
              </a:r>
              <a:endParaRPr lang="en-GB" sz="1800" b="0" strike="noStrike" spc="-1">
                <a:latin typeface="Arial"/>
              </a:endParaRPr>
            </a:p>
          </p:txBody>
        </p:sp>
      </p:grpSp>
      <p:sp>
        <p:nvSpPr>
          <p:cNvPr id="177" name="Line 4"/>
          <p:cNvSpPr/>
          <p:nvPr/>
        </p:nvSpPr>
        <p:spPr>
          <a:xfrm>
            <a:off x="8261280" y="2030400"/>
            <a:ext cx="925560" cy="831600"/>
          </a:xfrm>
          <a:prstGeom prst="line">
            <a:avLst/>
          </a:prstGeom>
          <a:ln>
            <a:solidFill>
              <a:srgbClr val="DA1F28"/>
            </a:solidFill>
            <a:round/>
            <a:tailEnd type="triangle" w="med" len="med"/>
          </a:ln>
        </p:spPr>
        <p:style>
          <a:lnRef idx="1">
            <a:schemeClr val="accent2"/>
          </a:lnRef>
          <a:fillRef idx="0">
            <a:schemeClr val="accent2"/>
          </a:fillRef>
          <a:effectRef idx="0">
            <a:schemeClr val="accent2"/>
          </a:effectRef>
          <a:fontRef idx="minor"/>
        </p:style>
      </p:sp>
      <p:grpSp>
        <p:nvGrpSpPr>
          <p:cNvPr id="178" name="Group 8"/>
          <p:cNvGrpSpPr/>
          <p:nvPr/>
        </p:nvGrpSpPr>
        <p:grpSpPr>
          <a:xfrm>
            <a:off x="7166880" y="3416760"/>
            <a:ext cx="1312920" cy="999000"/>
            <a:chOff x="7166880" y="3416760"/>
            <a:chExt cx="1312920" cy="999000"/>
          </a:xfrm>
        </p:grpSpPr>
        <p:sp>
          <p:nvSpPr>
            <p:cNvPr id="179" name="AutoShape 6"/>
            <p:cNvSpPr/>
            <p:nvPr/>
          </p:nvSpPr>
          <p:spPr>
            <a:xfrm>
              <a:off x="7166880" y="3416760"/>
              <a:ext cx="578520" cy="692640"/>
            </a:xfrm>
            <a:prstGeom prst="smileyFace">
              <a:avLst>
                <a:gd name="adj" fmla="val 4653"/>
              </a:avLst>
            </a:prstGeom>
            <a:solidFill>
              <a:schemeClr val="accent1"/>
            </a:solidFill>
            <a:ln w="9525">
              <a:solidFill>
                <a:srgbClr val="000000"/>
              </a:solidFill>
              <a:round/>
            </a:ln>
          </p:spPr>
          <p:style>
            <a:lnRef idx="0">
              <a:scrgbClr r="0" g="0" b="0"/>
            </a:lnRef>
            <a:fillRef idx="0">
              <a:scrgbClr r="0" g="0" b="0"/>
            </a:fillRef>
            <a:effectRef idx="0">
              <a:scrgbClr r="0" g="0" b="0"/>
            </a:effectRef>
            <a:fontRef idx="minor"/>
          </p:style>
        </p:sp>
        <p:sp>
          <p:nvSpPr>
            <p:cNvPr id="180" name="Rectangle 10"/>
            <p:cNvSpPr/>
            <p:nvPr/>
          </p:nvSpPr>
          <p:spPr>
            <a:xfrm>
              <a:off x="7498440" y="4051800"/>
              <a:ext cx="981360" cy="3639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1" strike="noStrike" spc="-1">
                  <a:solidFill>
                    <a:srgbClr val="003399"/>
                  </a:solidFill>
                  <a:latin typeface="Arial Narrow"/>
                </a:rPr>
                <a:t>Pattern 4</a:t>
              </a:r>
              <a:endParaRPr lang="en-GB" sz="1800" b="0" strike="noStrike" spc="-1">
                <a:latin typeface="Arial"/>
              </a:endParaRPr>
            </a:p>
          </p:txBody>
        </p:sp>
      </p:grpSp>
      <p:sp>
        <p:nvSpPr>
          <p:cNvPr id="181" name="Line 5"/>
          <p:cNvSpPr/>
          <p:nvPr/>
        </p:nvSpPr>
        <p:spPr>
          <a:xfrm flipV="1">
            <a:off x="7798320" y="3347280"/>
            <a:ext cx="1388520" cy="415800"/>
          </a:xfrm>
          <a:prstGeom prst="line">
            <a:avLst/>
          </a:prstGeom>
          <a:ln>
            <a:solidFill>
              <a:srgbClr val="DA1F28"/>
            </a:solidFill>
            <a:round/>
            <a:tailEnd type="triangle" w="med" len="med"/>
          </a:ln>
        </p:spPr>
        <p:style>
          <a:lnRef idx="1">
            <a:schemeClr val="accent2"/>
          </a:lnRef>
          <a:fillRef idx="0">
            <a:schemeClr val="accent2"/>
          </a:fillRef>
          <a:effectRef idx="0">
            <a:schemeClr val="accent2"/>
          </a:effectRef>
          <a:fontRef idx="minor"/>
        </p:style>
      </p:sp>
      <p:grpSp>
        <p:nvGrpSpPr>
          <p:cNvPr id="182" name="Group 9"/>
          <p:cNvGrpSpPr/>
          <p:nvPr/>
        </p:nvGrpSpPr>
        <p:grpSpPr>
          <a:xfrm>
            <a:off x="4653720" y="1332360"/>
            <a:ext cx="4281480" cy="2366280"/>
            <a:chOff x="4653720" y="1332360"/>
            <a:chExt cx="4281480" cy="2366280"/>
          </a:xfrm>
        </p:grpSpPr>
        <p:sp>
          <p:nvSpPr>
            <p:cNvPr id="183" name="Oval 2"/>
            <p:cNvSpPr/>
            <p:nvPr/>
          </p:nvSpPr>
          <p:spPr>
            <a:xfrm rot="2866200">
              <a:off x="6682680" y="1480320"/>
              <a:ext cx="1546920" cy="2590560"/>
            </a:xfrm>
            <a:prstGeom prst="ellipse">
              <a:avLst/>
            </a:prstGeom>
            <a:noFill/>
            <a:ln w="38100">
              <a:solidFill>
                <a:srgbClr val="FF0000"/>
              </a:solidFill>
              <a:prstDash val="dash"/>
              <a:round/>
            </a:ln>
          </p:spPr>
          <p:style>
            <a:lnRef idx="0">
              <a:scrgbClr r="0" g="0" b="0"/>
            </a:lnRef>
            <a:fillRef idx="0">
              <a:scrgbClr r="0" g="0" b="0"/>
            </a:fillRef>
            <a:effectRef idx="0">
              <a:scrgbClr r="0" g="0" b="0"/>
            </a:effectRef>
            <a:fontRef idx="minor"/>
          </p:style>
        </p:sp>
        <p:sp>
          <p:nvSpPr>
            <p:cNvPr id="184" name="Text Box 2"/>
            <p:cNvSpPr/>
            <p:nvPr/>
          </p:nvSpPr>
          <p:spPr>
            <a:xfrm>
              <a:off x="4653720" y="1954080"/>
              <a:ext cx="2175840" cy="63828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1800" b="1" strike="noStrike" spc="-1">
                  <a:solidFill>
                    <a:srgbClr val="003399"/>
                  </a:solidFill>
                  <a:latin typeface="Arial Narrow"/>
                </a:rPr>
                <a:t>Mismatch because </a:t>
              </a:r>
              <a:endParaRPr lang="en-GB" sz="1800" b="0" strike="noStrike" spc="-1">
                <a:latin typeface="Arial"/>
              </a:endParaRPr>
            </a:p>
            <a:p>
              <a:pPr>
                <a:lnSpc>
                  <a:spcPct val="100000"/>
                </a:lnSpc>
                <a:buNone/>
              </a:pPr>
              <a:r>
                <a:rPr lang="en-US" sz="1800" b="1" strike="noStrike" spc="-1">
                  <a:solidFill>
                    <a:srgbClr val="003399"/>
                  </a:solidFill>
                  <a:latin typeface="Arial Narrow"/>
                </a:rPr>
                <a:t>unequal with Pattern 1</a:t>
              </a:r>
              <a:endParaRPr lang="en-GB" sz="1800" b="0" strike="noStrike" spc="-1">
                <a:latin typeface="Arial"/>
              </a:endParaRPr>
            </a:p>
          </p:txBody>
        </p:sp>
      </p:grpSp>
      <p:grpSp>
        <p:nvGrpSpPr>
          <p:cNvPr id="185" name="Group 10"/>
          <p:cNvGrpSpPr/>
          <p:nvPr/>
        </p:nvGrpSpPr>
        <p:grpSpPr>
          <a:xfrm>
            <a:off x="5449320" y="2568960"/>
            <a:ext cx="1539000" cy="863280"/>
            <a:chOff x="5449320" y="2568960"/>
            <a:chExt cx="1539000" cy="863280"/>
          </a:xfrm>
        </p:grpSpPr>
        <p:pic>
          <p:nvPicPr>
            <p:cNvPr id="186" name="Picture 2" descr="an01124_"/>
            <p:cNvPicPr/>
            <p:nvPr/>
          </p:nvPicPr>
          <p:blipFill>
            <a:blip r:embed="rId2"/>
            <a:stretch/>
          </p:blipFill>
          <p:spPr>
            <a:xfrm>
              <a:off x="6465600" y="2568960"/>
              <a:ext cx="522720" cy="762120"/>
            </a:xfrm>
            <a:prstGeom prst="rect">
              <a:avLst/>
            </a:prstGeom>
            <a:ln w="9525">
              <a:noFill/>
            </a:ln>
          </p:spPr>
        </p:pic>
        <p:sp>
          <p:nvSpPr>
            <p:cNvPr id="187" name="Rectangle 11"/>
            <p:cNvSpPr/>
            <p:nvPr/>
          </p:nvSpPr>
          <p:spPr>
            <a:xfrm>
              <a:off x="5449320" y="3068280"/>
              <a:ext cx="1271160" cy="363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1" strike="noStrike" spc="-1">
                  <a:solidFill>
                    <a:srgbClr val="003399"/>
                  </a:solidFill>
                  <a:latin typeface="Arial Narrow"/>
                </a:rPr>
                <a:t>Pattern 3</a:t>
              </a:r>
              <a:endParaRPr lang="en-GB" sz="1800" b="0" strike="noStrike" spc="-1">
                <a:latin typeface="Arial"/>
              </a:endParaRPr>
            </a:p>
          </p:txBody>
        </p:sp>
      </p:grpSp>
      <p:sp>
        <p:nvSpPr>
          <p:cNvPr id="188" name="Line 6"/>
          <p:cNvSpPr/>
          <p:nvPr/>
        </p:nvSpPr>
        <p:spPr>
          <a:xfrm>
            <a:off x="7046280" y="2862000"/>
            <a:ext cx="2082600" cy="208080"/>
          </a:xfrm>
          <a:prstGeom prst="line">
            <a:avLst/>
          </a:prstGeom>
          <a:ln>
            <a:solidFill>
              <a:srgbClr val="DA1F28"/>
            </a:solidFill>
            <a:round/>
            <a:tailEnd type="triangle" w="med" len="med"/>
          </a:ln>
        </p:spPr>
        <p:style>
          <a:lnRef idx="1">
            <a:schemeClr val="accent2"/>
          </a:lnRef>
          <a:fillRef idx="0">
            <a:schemeClr val="accent2"/>
          </a:fillRef>
          <a:effectRef idx="0">
            <a:schemeClr val="accent2"/>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6" presetClass="emph" repeatCount="indefinite" fill="hold" nodeType="clickEffect">
                                  <p:stCondLst>
                                    <p:cond delay="0"/>
                                  </p:stCondLst>
                                  <p:endCondLst>
                                    <p:cond evt="onNext" delay="0"/>
                                  </p:endCondLst>
                                  <p:childTnLst>
                                    <p:animScale>
                                      <p:cBhvr>
                                        <p:cTn id="6" dur="2000" fill="hold"/>
                                        <p:tgtEl>
                                          <p:spTgt spid="171"/>
                                        </p:tgtEl>
                                      </p:cBhvr>
                                      <p:by x="150000" y="150000"/>
                                    </p:animScale>
                                  </p:childTnLst>
                                </p:cTn>
                              </p:par>
                              <p:par>
                                <p:cTn id="7" presetID="6" presetClass="emph" repeatCount="indefinite" fill="hold" nodeType="withEffect">
                                  <p:stCondLst>
                                    <p:cond delay="0"/>
                                  </p:stCondLst>
                                  <p:endCondLst>
                                    <p:cond evt="onNext" delay="0"/>
                                  </p:endCondLst>
                                  <p:childTnLst>
                                    <p:animScale>
                                      <p:cBhvr>
                                        <p:cTn id="8" dur="2000" fill="hold"/>
                                        <p:tgtEl>
                                          <p:spTgt spid="178"/>
                                        </p:tgtEl>
                                      </p:cBhvr>
                                      <p:by x="150000" y="150000"/>
                                    </p:animScale>
                                  </p:childTnLst>
                                </p:cTn>
                              </p:par>
                            </p:childTnLst>
                          </p:cTn>
                        </p:par>
                      </p:childTnLst>
                    </p:cTn>
                  </p:par>
                  <p:par>
                    <p:cTn id="9" fill="hold">
                      <p:stCondLst>
                        <p:cond delay="indefinite"/>
                      </p:stCondLst>
                      <p:childTnLst>
                        <p:par>
                          <p:cTn id="10" fill="hold">
                            <p:stCondLst>
                              <p:cond delay="0"/>
                            </p:stCondLst>
                            <p:childTnLst>
                              <p:par>
                                <p:cTn id="11" presetID="6" presetClass="emph" fill="hold" nodeType="clickEffect">
                                  <p:stCondLst>
                                    <p:cond delay="0"/>
                                  </p:stCondLst>
                                  <p:childTnLst>
                                    <p:animScale>
                                      <p:cBhvr>
                                        <p:cTn id="12" dur="2000" fill="hold"/>
                                        <p:tgtEl>
                                          <p:spTgt spid="174"/>
                                        </p:tgtEl>
                                      </p:cBhvr>
                                      <p:by x="50000" y="50000"/>
                                    </p:animScale>
                                  </p:childTnLst>
                                </p:cTn>
                              </p:par>
                            </p:childTnLst>
                          </p:cTn>
                        </p:par>
                      </p:childTnLst>
                    </p:cTn>
                  </p:par>
                  <p:par>
                    <p:cTn id="13" fill="hold">
                      <p:stCondLst>
                        <p:cond delay="indefinite"/>
                      </p:stCondLst>
                      <p:childTnLst>
                        <p:par>
                          <p:cTn id="14" fill="hold">
                            <p:stCondLst>
                              <p:cond delay="0"/>
                            </p:stCondLst>
                            <p:childTnLst>
                              <p:par>
                                <p:cTn id="15" presetID="6" presetClass="emph" fill="hold" nodeType="clickEffect">
                                  <p:stCondLst>
                                    <p:cond delay="0"/>
                                  </p:stCondLst>
                                  <p:childTnLst>
                                    <p:animScale>
                                      <p:cBhvr>
                                        <p:cTn id="16" dur="2000" fill="hold"/>
                                        <p:tgtEl>
                                          <p:spTgt spid="185"/>
                                        </p:tgtEl>
                                      </p:cBhvr>
                                      <p:by x="50000" y="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p:nvPr>
        </p:nvSpPr>
        <p:spPr>
          <a:xfrm>
            <a:off x="629640" y="1122120"/>
            <a:ext cx="5197680" cy="4193640"/>
          </a:xfrm>
          <a:prstGeom prst="rect">
            <a:avLst/>
          </a:prstGeom>
          <a:noFill/>
          <a:ln w="0">
            <a:noFill/>
          </a:ln>
        </p:spPr>
        <p:txBody>
          <a:bodyPr lIns="90000" tIns="45000" rIns="90000" bIns="45000" anchor="t">
            <a:normAutofit/>
          </a:bodyPr>
          <a:lstStyle/>
          <a:p>
            <a:pPr marL="442440" indent="-291960">
              <a:lnSpc>
                <a:spcPct val="100000"/>
              </a:lnSpc>
              <a:spcBef>
                <a:spcPts val="400"/>
              </a:spcBef>
              <a:buClr>
                <a:srgbClr val="2DA2BF"/>
              </a:buClr>
              <a:buSzPct val="68000"/>
              <a:buFont typeface="Wingdings 3" charset="2"/>
              <a:buChar char=""/>
            </a:pPr>
            <a:r>
              <a:rPr lang="en-GB" sz="2400" b="0" strike="noStrike" spc="-1">
                <a:solidFill>
                  <a:srgbClr val="00B0F0"/>
                </a:solidFill>
                <a:latin typeface="Lucida Sans Unicode"/>
              </a:rPr>
              <a:t>Reasons</a:t>
            </a:r>
            <a:endParaRPr lang="en-US" sz="2400" b="0" strike="noStrike" spc="-1">
              <a:solidFill>
                <a:srgbClr val="000000"/>
              </a:solidFill>
              <a:latin typeface="Lucida Sans Unicode"/>
            </a:endParaRPr>
          </a:p>
        </p:txBody>
      </p:sp>
      <p:sp>
        <p:nvSpPr>
          <p:cNvPr id="190"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Concept 1: Pattern Matching</a:t>
            </a:r>
            <a:endParaRPr lang="en-US" sz="4100" b="0" strike="noStrike" spc="-1">
              <a:solidFill>
                <a:srgbClr val="000000"/>
              </a:solidFill>
              <a:latin typeface="Franklin Gothic Medium"/>
            </a:endParaRPr>
          </a:p>
        </p:txBody>
      </p:sp>
      <p:sp>
        <p:nvSpPr>
          <p:cNvPr id="191" name="TextBox 2"/>
          <p:cNvSpPr/>
          <p:nvPr/>
        </p:nvSpPr>
        <p:spPr>
          <a:xfrm>
            <a:off x="3463200" y="4041720"/>
            <a:ext cx="522360" cy="851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marL="49320" indent="-291960">
              <a:lnSpc>
                <a:spcPct val="100000"/>
              </a:lnSpc>
              <a:buNone/>
              <a:tabLst>
                <a:tab pos="0" algn="l"/>
              </a:tabLst>
            </a:pPr>
            <a:endParaRPr lang="en-GB" sz="1800" b="0" strike="noStrike" spc="-1">
              <a:latin typeface="Arial"/>
            </a:endParaRPr>
          </a:p>
          <a:p>
            <a:pPr marL="49320" indent="-291960">
              <a:lnSpc>
                <a:spcPct val="100000"/>
              </a:lnSpc>
              <a:buNone/>
              <a:tabLst>
                <a:tab pos="0" algn="l"/>
              </a:tabLst>
            </a:pPr>
            <a:endParaRPr lang="en-GB" sz="3200" b="0" strike="noStrike" spc="-1">
              <a:latin typeface="Arial"/>
            </a:endParaRPr>
          </a:p>
        </p:txBody>
      </p:sp>
      <p:graphicFrame>
        <p:nvGraphicFramePr>
          <p:cNvPr id="192" name="Table 2"/>
          <p:cNvGraphicFramePr/>
          <p:nvPr/>
        </p:nvGraphicFramePr>
        <p:xfrm>
          <a:off x="1233720" y="1535760"/>
          <a:ext cx="7822440" cy="2593440"/>
        </p:xfrm>
        <a:graphic>
          <a:graphicData uri="http://schemas.openxmlformats.org/drawingml/2006/table">
            <a:tbl>
              <a:tblPr/>
              <a:tblGrid>
                <a:gridCol w="2703240"/>
                <a:gridCol w="5119200"/>
              </a:tblGrid>
              <a:tr h="701640">
                <a:tc>
                  <a:txBody>
                    <a:bodyPr/>
                    <a:lstStyle/>
                    <a:p>
                      <a:pPr>
                        <a:lnSpc>
                          <a:spcPct val="100000"/>
                        </a:lnSpc>
                        <a:buNone/>
                        <a:tabLst>
                          <a:tab pos="0" algn="l"/>
                        </a:tabLst>
                      </a:pPr>
                      <a:r>
                        <a:rPr lang="en-GB" sz="2000" b="1" strike="noStrike" spc="-1">
                          <a:solidFill>
                            <a:srgbClr val="FFFFFF"/>
                          </a:solidFill>
                          <a:latin typeface="Lucida Sans Unicode"/>
                        </a:rPr>
                        <a:t>tweety </a:t>
                      </a:r>
                      <a:r>
                        <a:rPr lang="en-GB" sz="2000" b="1" strike="noStrike" spc="-1">
                          <a:solidFill>
                            <a:srgbClr val="FFFFFF"/>
                          </a:solidFill>
                          <a:latin typeface="Symbol"/>
                        </a:rPr>
                        <a:t></a:t>
                      </a:r>
                      <a:r>
                        <a:rPr lang="en-GB" sz="2000" b="1" strike="noStrike" spc="-1">
                          <a:solidFill>
                            <a:srgbClr val="FFFFFF"/>
                          </a:solidFill>
                          <a:latin typeface="Lucida Sans Unicode"/>
                        </a:rPr>
                        <a:t> tweety </a:t>
                      </a:r>
                      <a:endParaRPr lang="en-GB" sz="2000" b="0" strike="noStrike" spc="-1">
                        <a:latin typeface="Times New Roman"/>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DA2BF"/>
                    </a:solidFill>
                  </a:tcPr>
                </a:tc>
                <a:tc>
                  <a:txBody>
                    <a:bodyPr/>
                    <a:lstStyle/>
                    <a:p>
                      <a:pPr>
                        <a:lnSpc>
                          <a:spcPct val="100000"/>
                        </a:lnSpc>
                        <a:buNone/>
                      </a:pPr>
                      <a:r>
                        <a:rPr lang="en-US" sz="1800" b="1" strike="noStrike" spc="-1">
                          <a:solidFill>
                            <a:srgbClr val="FFFFFF"/>
                          </a:solidFill>
                          <a:latin typeface="Lucida Sans Unicode"/>
                        </a:rPr>
                        <a:t>Exactly the same string of symbols</a:t>
                      </a:r>
                      <a:endParaRPr lang="en-GB" sz="1800" b="0" strike="noStrike" spc="-1">
                        <a:latin typeface="Times New Roman"/>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2DA2BF"/>
                    </a:solidFill>
                  </a:tcPr>
                </a:tc>
              </a:tr>
              <a:tr h="396720">
                <a:tc>
                  <a:txBody>
                    <a:bodyPr/>
                    <a:lstStyle/>
                    <a:p>
                      <a:pPr>
                        <a:lnSpc>
                          <a:spcPct val="100000"/>
                        </a:lnSpc>
                        <a:buNone/>
                        <a:tabLst>
                          <a:tab pos="0" algn="l"/>
                        </a:tabLst>
                      </a:pPr>
                      <a:r>
                        <a:rPr lang="en-GB" sz="2000" b="0" strike="noStrike" spc="-1">
                          <a:solidFill>
                            <a:srgbClr val="000000"/>
                          </a:solidFill>
                          <a:latin typeface="Lucida Sans Unicode"/>
                        </a:rPr>
                        <a:t>twe</a:t>
                      </a:r>
                      <a:r>
                        <a:rPr lang="en-GB" sz="2000" b="1" strike="noStrike" spc="-1">
                          <a:solidFill>
                            <a:srgbClr val="FF0000"/>
                          </a:solidFill>
                          <a:latin typeface="Lucida Sans Unicode"/>
                        </a:rPr>
                        <a:t>e</a:t>
                      </a:r>
                      <a:r>
                        <a:rPr lang="en-GB" sz="2000" b="0" strike="noStrike" spc="-1">
                          <a:solidFill>
                            <a:srgbClr val="000000"/>
                          </a:solidFill>
                          <a:latin typeface="Lucida Sans Unicode"/>
                        </a:rPr>
                        <a:t>ty </a:t>
                      </a:r>
                      <a:r>
                        <a:rPr lang="en-GB" sz="2000" b="0" strike="noStrike" spc="-1">
                          <a:solidFill>
                            <a:srgbClr val="000000"/>
                          </a:solidFill>
                          <a:latin typeface="Symbol"/>
                        </a:rPr>
                        <a:t></a:t>
                      </a:r>
                      <a:r>
                        <a:rPr lang="en-GB" sz="2000" b="0" strike="noStrike" spc="-1">
                          <a:solidFill>
                            <a:srgbClr val="000000"/>
                          </a:solidFill>
                          <a:latin typeface="Lucida Sans Unicode"/>
                        </a:rPr>
                        <a:t> twe</a:t>
                      </a:r>
                      <a:r>
                        <a:rPr lang="en-GB" sz="2000" b="1" strike="noStrike" spc="-1">
                          <a:solidFill>
                            <a:srgbClr val="FF0000"/>
                          </a:solidFill>
                          <a:latin typeface="Lucida Sans Unicode"/>
                        </a:rPr>
                        <a:t>a</a:t>
                      </a:r>
                      <a:r>
                        <a:rPr lang="en-GB" sz="2000" b="0" strike="noStrike" spc="-1">
                          <a:solidFill>
                            <a:srgbClr val="000000"/>
                          </a:solidFill>
                          <a:latin typeface="Lucida Sans Unicode"/>
                        </a:rPr>
                        <a:t>ty</a:t>
                      </a:r>
                      <a:endParaRPr lang="en-GB" sz="2000" b="0" strike="noStrike" spc="-1">
                        <a:latin typeface="Times New Roman"/>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FE8"/>
                    </a:solidFill>
                  </a:tcPr>
                </a:tc>
                <a:tc>
                  <a:txBody>
                    <a:bodyPr/>
                    <a:lstStyle/>
                    <a:p>
                      <a:pPr>
                        <a:lnSpc>
                          <a:spcPct val="100000"/>
                        </a:lnSpc>
                        <a:buNone/>
                      </a:pPr>
                      <a:r>
                        <a:rPr lang="en-US" sz="1800" b="0" strike="noStrike" spc="-1">
                          <a:solidFill>
                            <a:srgbClr val="000000"/>
                          </a:solidFill>
                          <a:latin typeface="Lucida Sans Unicode"/>
                        </a:rPr>
                        <a:t>‘e’ ≠ ‘a’</a:t>
                      </a:r>
                      <a:endParaRPr lang="en-GB" sz="1800" b="0" strike="noStrike" spc="-1">
                        <a:latin typeface="Times New Roman"/>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DDFE8"/>
                    </a:solidFill>
                  </a:tcPr>
                </a:tc>
              </a:tr>
              <a:tr h="396720">
                <a:tc>
                  <a:txBody>
                    <a:bodyPr/>
                    <a:lstStyle/>
                    <a:p>
                      <a:pPr>
                        <a:lnSpc>
                          <a:spcPct val="100000"/>
                        </a:lnSpc>
                        <a:buNone/>
                        <a:tabLst>
                          <a:tab pos="0" algn="l"/>
                        </a:tabLst>
                      </a:pPr>
                      <a:r>
                        <a:rPr lang="en-GB" sz="2000" b="0" strike="noStrike" spc="-1">
                          <a:solidFill>
                            <a:srgbClr val="000000"/>
                          </a:solidFill>
                          <a:latin typeface="Lucida Sans Unicode"/>
                        </a:rPr>
                        <a:t>fl</a:t>
                      </a:r>
                      <a:r>
                        <a:rPr lang="en-GB" sz="2000" b="1" strike="noStrike" spc="-1">
                          <a:solidFill>
                            <a:srgbClr val="FF0000"/>
                          </a:solidFill>
                          <a:latin typeface="Lucida Sans Unicode"/>
                        </a:rPr>
                        <a:t>y</a:t>
                      </a:r>
                      <a:r>
                        <a:rPr lang="en-GB" sz="2000" b="0" strike="noStrike" spc="-1">
                          <a:solidFill>
                            <a:srgbClr val="000000"/>
                          </a:solidFill>
                          <a:latin typeface="Lucida Sans Unicode"/>
                        </a:rPr>
                        <a:t> </a:t>
                      </a:r>
                      <a:r>
                        <a:rPr lang="en-GB" sz="2000" b="0" strike="noStrike" spc="-1">
                          <a:solidFill>
                            <a:srgbClr val="000000"/>
                          </a:solidFill>
                          <a:latin typeface="Symbol"/>
                        </a:rPr>
                        <a:t></a:t>
                      </a:r>
                      <a:r>
                        <a:rPr lang="en-GB" sz="2000" b="0" strike="noStrike" spc="-1">
                          <a:solidFill>
                            <a:srgbClr val="000000"/>
                          </a:solidFill>
                          <a:latin typeface="Lucida Sans Unicode"/>
                        </a:rPr>
                        <a:t> fl</a:t>
                      </a:r>
                      <a:r>
                        <a:rPr lang="en-GB" sz="2000" b="1" strike="noStrike" spc="-1">
                          <a:solidFill>
                            <a:srgbClr val="FF0000"/>
                          </a:solidFill>
                          <a:latin typeface="Lucida Sans Unicode"/>
                        </a:rPr>
                        <a:t>ies</a:t>
                      </a:r>
                      <a:endParaRPr lang="en-GB" sz="2000" b="0" strike="noStrike" spc="-1">
                        <a:latin typeface="Times New Roman"/>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F0F3"/>
                    </a:solidFill>
                  </a:tcPr>
                </a:tc>
                <a:tc>
                  <a:txBody>
                    <a:bodyPr/>
                    <a:lstStyle/>
                    <a:p>
                      <a:pPr>
                        <a:lnSpc>
                          <a:spcPct val="100000"/>
                        </a:lnSpc>
                        <a:buNone/>
                      </a:pPr>
                      <a:r>
                        <a:rPr lang="en-US" sz="1800" b="0" strike="noStrike" spc="-1">
                          <a:solidFill>
                            <a:srgbClr val="000000"/>
                          </a:solidFill>
                          <a:latin typeface="Lucida Sans Unicode"/>
                        </a:rPr>
                        <a:t>‘y’ ≠ ‘ies’</a:t>
                      </a:r>
                      <a:endParaRPr lang="en-GB" sz="1800" b="0" strike="noStrike" spc="-1">
                        <a:latin typeface="Times New Roman"/>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F0F3"/>
                    </a:solidFill>
                  </a:tcPr>
                </a:tc>
              </a:tr>
              <a:tr h="396720">
                <a:tc>
                  <a:txBody>
                    <a:bodyPr/>
                    <a:lstStyle/>
                    <a:p>
                      <a:pPr>
                        <a:lnSpc>
                          <a:spcPct val="100000"/>
                        </a:lnSpc>
                        <a:buNone/>
                        <a:tabLst>
                          <a:tab pos="0" algn="l"/>
                        </a:tabLst>
                      </a:pPr>
                      <a:r>
                        <a:rPr lang="en-GB" sz="2000" b="0" strike="noStrike" spc="-1">
                          <a:solidFill>
                            <a:srgbClr val="000000"/>
                          </a:solidFill>
                          <a:latin typeface="Lucida Sans Unicode"/>
                        </a:rPr>
                        <a:t>m</a:t>
                      </a:r>
                      <a:r>
                        <a:rPr lang="en-GB" sz="2000" b="1" strike="noStrike" spc="-1">
                          <a:solidFill>
                            <a:srgbClr val="FF0000"/>
                          </a:solidFill>
                          <a:latin typeface="Lucida Sans Unicode"/>
                        </a:rPr>
                        <a:t>a</a:t>
                      </a:r>
                      <a:r>
                        <a:rPr lang="en-GB" sz="2000" b="0" strike="noStrike" spc="-1">
                          <a:solidFill>
                            <a:srgbClr val="000000"/>
                          </a:solidFill>
                          <a:latin typeface="Lucida Sans Unicode"/>
                        </a:rPr>
                        <a:t>n </a:t>
                      </a:r>
                      <a:r>
                        <a:rPr lang="en-GB" sz="2000" b="0" strike="noStrike" spc="-1">
                          <a:solidFill>
                            <a:srgbClr val="000000"/>
                          </a:solidFill>
                          <a:latin typeface="Symbol"/>
                        </a:rPr>
                        <a:t></a:t>
                      </a:r>
                      <a:r>
                        <a:rPr lang="en-GB" sz="2000" b="0" strike="noStrike" spc="-1">
                          <a:solidFill>
                            <a:srgbClr val="000000"/>
                          </a:solidFill>
                          <a:latin typeface="Lucida Sans Unicode"/>
                        </a:rPr>
                        <a:t> m</a:t>
                      </a:r>
                      <a:r>
                        <a:rPr lang="en-GB" sz="2000" b="1" strike="noStrike" spc="-1">
                          <a:solidFill>
                            <a:srgbClr val="FF0000"/>
                          </a:solidFill>
                          <a:latin typeface="Lucida Sans Unicode"/>
                        </a:rPr>
                        <a:t>e</a:t>
                      </a:r>
                      <a:r>
                        <a:rPr lang="en-GB" sz="2000" b="0" strike="noStrike" spc="-1">
                          <a:solidFill>
                            <a:srgbClr val="000000"/>
                          </a:solidFill>
                          <a:latin typeface="Lucida Sans Unicode"/>
                        </a:rPr>
                        <a:t>n</a:t>
                      </a:r>
                      <a:endParaRPr lang="en-GB" sz="2000" b="0" strike="noStrike" spc="-1">
                        <a:latin typeface="Times New Roman"/>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FE8"/>
                    </a:solidFill>
                  </a:tcPr>
                </a:tc>
                <a:tc>
                  <a:txBody>
                    <a:bodyPr/>
                    <a:lstStyle/>
                    <a:p>
                      <a:pPr>
                        <a:lnSpc>
                          <a:spcPct val="100000"/>
                        </a:lnSpc>
                        <a:buNone/>
                      </a:pPr>
                      <a:r>
                        <a:rPr lang="en-US" sz="1800" b="0" strike="noStrike" spc="-1">
                          <a:solidFill>
                            <a:srgbClr val="000000"/>
                          </a:solidFill>
                          <a:latin typeface="Lucida Sans Unicode"/>
                        </a:rPr>
                        <a:t>‘a’ ≠ ‘e’</a:t>
                      </a:r>
                      <a:endParaRPr lang="en-GB" sz="1800" b="0" strike="noStrike" spc="-1">
                        <a:latin typeface="Times New Roman"/>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DDFE8"/>
                    </a:solidFill>
                  </a:tcPr>
                </a:tc>
              </a:tr>
              <a:tr h="701640">
                <a:tc>
                  <a:txBody>
                    <a:bodyPr/>
                    <a:lstStyle/>
                    <a:p>
                      <a:pPr>
                        <a:lnSpc>
                          <a:spcPct val="100000"/>
                        </a:lnSpc>
                        <a:buNone/>
                        <a:tabLst>
                          <a:tab pos="0" algn="l"/>
                        </a:tabLst>
                      </a:pPr>
                      <a:r>
                        <a:rPr lang="en-GB" sz="2000" b="0" strike="noStrike" spc="-1">
                          <a:solidFill>
                            <a:srgbClr val="000000"/>
                          </a:solidFill>
                          <a:latin typeface="Lucida Sans Unicode"/>
                        </a:rPr>
                        <a:t>teach(X, math) </a:t>
                      </a:r>
                      <a:r>
                        <a:rPr lang="en-GB" sz="2000" b="0" strike="noStrike" spc="-1">
                          <a:solidFill>
                            <a:srgbClr val="000000"/>
                          </a:solidFill>
                          <a:latin typeface="Symbol"/>
                        </a:rPr>
                        <a:t></a:t>
                      </a:r>
                      <a:r>
                        <a:rPr lang="en-GB" sz="2000" b="0" strike="noStrike" spc="-1">
                          <a:solidFill>
                            <a:srgbClr val="000000"/>
                          </a:solidFill>
                          <a:latin typeface="Lucida Sans Unicode"/>
                        </a:rPr>
                        <a:t> teach(she, math)</a:t>
                      </a:r>
                      <a:endParaRPr lang="en-GB" sz="2000" b="0" strike="noStrike" spc="-1">
                        <a:latin typeface="Times New Roman"/>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F0F3"/>
                    </a:solidFill>
                  </a:tcPr>
                </a:tc>
                <a:tc>
                  <a:txBody>
                    <a:bodyPr/>
                    <a:lstStyle/>
                    <a:p>
                      <a:pPr marL="49320" indent="-291960">
                        <a:lnSpc>
                          <a:spcPct val="100000"/>
                        </a:lnSpc>
                        <a:buClr>
                          <a:srgbClr val="000000"/>
                        </a:buClr>
                        <a:buFont typeface="Arial"/>
                        <a:buChar char="•"/>
                      </a:pPr>
                      <a:r>
                        <a:rPr lang="en-GB" sz="1800" b="0" strike="noStrike" spc="-1">
                          <a:solidFill>
                            <a:srgbClr val="000000"/>
                          </a:solidFill>
                          <a:latin typeface="Lucida Sans Unicode"/>
                        </a:rPr>
                        <a:t>identical predicate name/functor</a:t>
                      </a:r>
                      <a:endParaRPr lang="en-GB" sz="1800" b="0" strike="noStrike" spc="-1">
                        <a:latin typeface="Times New Roman"/>
                      </a:endParaRPr>
                    </a:p>
                    <a:p>
                      <a:pPr marL="49320" indent="-291960">
                        <a:lnSpc>
                          <a:spcPct val="100000"/>
                        </a:lnSpc>
                        <a:buClr>
                          <a:srgbClr val="000000"/>
                        </a:buClr>
                        <a:buFont typeface="Arial"/>
                        <a:buChar char="•"/>
                      </a:pPr>
                      <a:r>
                        <a:rPr lang="en-GB" sz="1800" b="0" strike="noStrike" spc="-1">
                          <a:solidFill>
                            <a:srgbClr val="000000"/>
                          </a:solidFill>
                          <a:latin typeface="Lucida Sans Unicode"/>
                        </a:rPr>
                        <a:t>identical # of arguments</a:t>
                      </a:r>
                      <a:endParaRPr lang="en-GB" sz="1800" b="0" strike="noStrike" spc="-1">
                        <a:latin typeface="Times New Roman"/>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F0F3"/>
                    </a:solidFill>
                  </a:tcPr>
                </a:tc>
              </a:tr>
            </a:tbl>
          </a:graphicData>
        </a:graphic>
      </p:graphicFrame>
    </p:spTree>
  </p:cSld>
  <p:clrMapOvr>
    <a:masterClrMapping/>
  </p:clrMapOvr>
  <p:transition>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p:nvPr>
        </p:nvSpPr>
        <p:spPr>
          <a:xfrm>
            <a:off x="516240" y="1122120"/>
            <a:ext cx="9072360" cy="407556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GB" sz="2400" b="0" strike="noStrike" spc="-1">
                <a:solidFill>
                  <a:srgbClr val="000000"/>
                </a:solidFill>
                <a:latin typeface="Lucida Sans Unicode"/>
              </a:rPr>
              <a:t>A variable can be instantiated with</a:t>
            </a:r>
            <a:endParaRPr lang="en-US" sz="2400" b="0" strike="noStrike" spc="-1">
              <a:solidFill>
                <a:srgbClr val="000000"/>
              </a:solidFill>
              <a:latin typeface="Lucida Sans Unicode"/>
            </a:endParaRPr>
          </a:p>
          <a:p>
            <a:pPr marL="901800" lvl="1" indent="-334800">
              <a:lnSpc>
                <a:spcPct val="100000"/>
              </a:lnSpc>
              <a:spcBef>
                <a:spcPts val="323"/>
              </a:spcBef>
              <a:buClr>
                <a:srgbClr val="2DA2BF"/>
              </a:buClr>
              <a:buFont typeface="Verdana"/>
              <a:buChar char="◦"/>
            </a:pPr>
            <a:r>
              <a:rPr lang="en-GB" sz="2000" b="0" strike="noStrike" spc="-1">
                <a:solidFill>
                  <a:srgbClr val="00B0F0"/>
                </a:solidFill>
                <a:latin typeface="Lucida Sans Unicode"/>
              </a:rPr>
              <a:t>Another variable</a:t>
            </a:r>
            <a:r>
              <a:rPr lang="en-GB" sz="2000" b="0" strike="noStrike" spc="-1">
                <a:solidFill>
                  <a:srgbClr val="000000"/>
                </a:solidFill>
                <a:latin typeface="Lucida Sans Unicode"/>
              </a:rPr>
              <a:t>, e.g</a:t>
            </a:r>
            <a:r>
              <a:rPr lang="en-GB" sz="2300" b="0" strike="noStrike" spc="-1">
                <a:solidFill>
                  <a:srgbClr val="000000"/>
                </a:solidFill>
                <a:latin typeface="Lucida Sans Unicode"/>
              </a:rPr>
              <a:t>: </a:t>
            </a:r>
            <a:r>
              <a:rPr lang="en-GB" sz="2300" b="0" strike="noStrike" spc="-1">
                <a:solidFill>
                  <a:srgbClr val="FFC000"/>
                </a:solidFill>
                <a:latin typeface="Lucida Sans Unicode"/>
              </a:rPr>
              <a:t>X</a:t>
            </a:r>
            <a:r>
              <a:rPr lang="en-GB" sz="2300" b="0" strike="noStrike" spc="-1">
                <a:solidFill>
                  <a:srgbClr val="000000"/>
                </a:solidFill>
                <a:latin typeface="Lucida Sans Unicode"/>
              </a:rPr>
              <a:t>/</a:t>
            </a:r>
            <a:r>
              <a:rPr lang="en-GB" sz="2300" b="0" strike="noStrike" spc="-1">
                <a:solidFill>
                  <a:srgbClr val="00B050"/>
                </a:solidFill>
                <a:latin typeface="Lucida Sans Unicode"/>
              </a:rPr>
              <a:t>Y</a:t>
            </a:r>
            <a:r>
              <a:rPr lang="en-GB" sz="2300" b="0" strike="noStrike" spc="-1">
                <a:solidFill>
                  <a:srgbClr val="000000"/>
                </a:solidFill>
                <a:latin typeface="Lucida Sans Unicode"/>
              </a:rPr>
              <a:t>; </a:t>
            </a:r>
            <a:r>
              <a:rPr lang="en-GB" sz="2300" b="0" strike="noStrike" spc="-1">
                <a:solidFill>
                  <a:srgbClr val="FFC000"/>
                </a:solidFill>
                <a:latin typeface="Lucida Sans Unicode"/>
              </a:rPr>
              <a:t>X</a:t>
            </a:r>
            <a:r>
              <a:rPr lang="en-GB" sz="2300" b="0" strike="noStrike" spc="-1">
                <a:solidFill>
                  <a:srgbClr val="000000"/>
                </a:solidFill>
                <a:latin typeface="Lucida Sans Unicode"/>
              </a:rPr>
              <a:t>/</a:t>
            </a:r>
            <a:r>
              <a:rPr lang="en-GB" sz="2300" b="0" strike="noStrike" spc="-1">
                <a:solidFill>
                  <a:srgbClr val="00B050"/>
                </a:solidFill>
                <a:latin typeface="Lucida Sans Unicode"/>
              </a:rPr>
              <a:t>Z</a:t>
            </a:r>
            <a:endParaRPr lang="en-US" sz="2300" b="0" strike="noStrike" spc="-1">
              <a:solidFill>
                <a:srgbClr val="000000"/>
              </a:solidFill>
              <a:latin typeface="Lucida Sans Unicode"/>
            </a:endParaRPr>
          </a:p>
          <a:p>
            <a:pPr marL="901800" lvl="1" indent="-334800">
              <a:lnSpc>
                <a:spcPct val="100000"/>
              </a:lnSpc>
              <a:spcBef>
                <a:spcPts val="323"/>
              </a:spcBef>
              <a:buClr>
                <a:srgbClr val="2DA2BF"/>
              </a:buClr>
              <a:buFont typeface="Verdana"/>
              <a:buChar char="◦"/>
            </a:pPr>
            <a:r>
              <a:rPr lang="en-GB" sz="2000" b="0" strike="noStrike" spc="-1">
                <a:solidFill>
                  <a:srgbClr val="00B0F0"/>
                </a:solidFill>
                <a:latin typeface="Lucida Sans Unicode"/>
              </a:rPr>
              <a:t>Constant, </a:t>
            </a:r>
            <a:r>
              <a:rPr lang="en-GB" sz="2000" b="0" strike="noStrike" spc="-1">
                <a:solidFill>
                  <a:srgbClr val="000000"/>
                </a:solidFill>
                <a:latin typeface="Lucida Sans Unicode"/>
              </a:rPr>
              <a:t>e.g</a:t>
            </a:r>
            <a:r>
              <a:rPr lang="en-GB" sz="2300" b="0" strike="noStrike" spc="-1">
                <a:solidFill>
                  <a:srgbClr val="000000"/>
                </a:solidFill>
                <a:latin typeface="Lucida Sans Unicode"/>
              </a:rPr>
              <a:t>.: </a:t>
            </a:r>
            <a:r>
              <a:rPr lang="en-GB" sz="2300" b="0" strike="noStrike" spc="-1">
                <a:solidFill>
                  <a:srgbClr val="FFC000"/>
                </a:solidFill>
                <a:latin typeface="Lucida Sans Unicode"/>
              </a:rPr>
              <a:t>X</a:t>
            </a:r>
            <a:r>
              <a:rPr lang="en-GB" sz="2300" b="0" strike="noStrike" spc="-1">
                <a:solidFill>
                  <a:srgbClr val="00B050"/>
                </a:solidFill>
                <a:latin typeface="Lucida Sans Unicode"/>
              </a:rPr>
              <a:t>/math;</a:t>
            </a:r>
            <a:r>
              <a:rPr lang="en-GB" sz="2300" b="0" strike="noStrike" spc="-1">
                <a:solidFill>
                  <a:srgbClr val="000000"/>
                </a:solidFill>
                <a:latin typeface="Lucida Sans Unicode"/>
              </a:rPr>
              <a:t> </a:t>
            </a:r>
            <a:r>
              <a:rPr lang="en-GB" sz="2300" b="0" strike="noStrike" spc="-1">
                <a:solidFill>
                  <a:srgbClr val="FFC000"/>
                </a:solidFill>
                <a:latin typeface="Lucida Sans Unicode"/>
              </a:rPr>
              <a:t>Y</a:t>
            </a:r>
            <a:r>
              <a:rPr lang="en-GB" sz="2300" b="0" strike="noStrike" spc="-1">
                <a:solidFill>
                  <a:srgbClr val="000000"/>
                </a:solidFill>
                <a:latin typeface="Lucida Sans Unicode"/>
              </a:rPr>
              <a:t>/</a:t>
            </a:r>
            <a:r>
              <a:rPr lang="en-GB" sz="2300" b="0" strike="noStrike" spc="-1">
                <a:solidFill>
                  <a:srgbClr val="00B050"/>
                </a:solidFill>
                <a:latin typeface="Lucida Sans Unicode"/>
              </a:rPr>
              <a:t>adam</a:t>
            </a:r>
            <a:endParaRPr lang="en-US" sz="2300" b="0" strike="noStrike" spc="-1">
              <a:solidFill>
                <a:srgbClr val="000000"/>
              </a:solidFill>
              <a:latin typeface="Lucida Sans Unicode"/>
            </a:endParaRPr>
          </a:p>
          <a:p>
            <a:pPr marL="901800" indent="-334800">
              <a:lnSpc>
                <a:spcPct val="100000"/>
              </a:lnSpc>
              <a:spcBef>
                <a:spcPts val="323"/>
              </a:spcBef>
              <a:buNone/>
              <a:tabLst>
                <a:tab pos="0" algn="l"/>
              </a:tabLst>
            </a:pPr>
            <a:endParaRPr lang="en-US" sz="2300" b="0" strike="noStrike" spc="-1">
              <a:solidFill>
                <a:srgbClr val="000000"/>
              </a:solidFill>
              <a:latin typeface="Lucida Sans Unicode"/>
            </a:endParaRPr>
          </a:p>
          <a:p>
            <a:pPr marL="609480" indent="-609480">
              <a:lnSpc>
                <a:spcPct val="100000"/>
              </a:lnSpc>
              <a:spcBef>
                <a:spcPts val="400"/>
              </a:spcBef>
              <a:buClr>
                <a:srgbClr val="2DA2BF"/>
              </a:buClr>
              <a:buSzPct val="68000"/>
              <a:buFont typeface="Wingdings 3" charset="2"/>
              <a:buChar char=""/>
              <a:tabLst>
                <a:tab pos="0" algn="l"/>
              </a:tabLst>
            </a:pPr>
            <a:r>
              <a:rPr lang="en-GB" sz="2400" b="0" strike="noStrike" spc="-1">
                <a:solidFill>
                  <a:srgbClr val="000000"/>
                </a:solidFill>
                <a:latin typeface="Lucida Sans Unicode"/>
              </a:rPr>
              <a:t>E.g.:</a:t>
            </a:r>
            <a:endParaRPr lang="en-US" sz="2400" b="0" strike="noStrike" spc="-1">
              <a:solidFill>
                <a:srgbClr val="000000"/>
              </a:solidFill>
              <a:latin typeface="Lucida Sans Unicode"/>
            </a:endParaRPr>
          </a:p>
          <a:p>
            <a:pPr marL="609480" indent="-609480">
              <a:lnSpc>
                <a:spcPct val="100000"/>
              </a:lnSpc>
              <a:spcBef>
                <a:spcPts val="400"/>
              </a:spcBef>
              <a:buNone/>
              <a:tabLst>
                <a:tab pos="0" algn="l"/>
              </a:tabLst>
            </a:pPr>
            <a:r>
              <a:rPr lang="en-GB" sz="2400" b="0" strike="noStrike" spc="-1">
                <a:solidFill>
                  <a:srgbClr val="000000"/>
                </a:solidFill>
                <a:latin typeface="Lucida Sans Unicode"/>
              </a:rPr>
              <a:t>		</a:t>
            </a:r>
            <a:r>
              <a:rPr lang="en-GB" sz="2000" b="0" strike="noStrike" spc="-1">
                <a:solidFill>
                  <a:srgbClr val="000000"/>
                </a:solidFill>
                <a:latin typeface="Lucida Sans Unicode"/>
              </a:rPr>
              <a:t>man(X), man(Y) .....  </a:t>
            </a:r>
            <a:r>
              <a:rPr lang="en-GB" sz="2000" b="0" strike="noStrike" spc="-1">
                <a:solidFill>
                  <a:srgbClr val="FF0000"/>
                </a:solidFill>
                <a:latin typeface="Lucida Sans Unicode"/>
              </a:rPr>
              <a:t>X</a:t>
            </a:r>
            <a:r>
              <a:rPr lang="en-GB" sz="2000" b="0" strike="noStrike" spc="-1">
                <a:solidFill>
                  <a:srgbClr val="000000"/>
                </a:solidFill>
                <a:latin typeface="Lucida Sans Unicode"/>
              </a:rPr>
              <a:t>/</a:t>
            </a:r>
            <a:r>
              <a:rPr lang="en-GB" sz="2000" b="0" strike="noStrike" spc="-1">
                <a:solidFill>
                  <a:srgbClr val="00B0F0"/>
                </a:solidFill>
                <a:latin typeface="Lucida Sans Unicode"/>
              </a:rPr>
              <a:t>Y</a:t>
            </a:r>
            <a:r>
              <a:rPr lang="en-GB" sz="2000" b="0" strike="noStrike" spc="-1">
                <a:solidFill>
                  <a:srgbClr val="000000"/>
                </a:solidFill>
                <a:latin typeface="Lucida Sans Unicode"/>
              </a:rPr>
              <a:t> or </a:t>
            </a:r>
            <a:r>
              <a:rPr lang="en-GB" sz="2000" b="0" strike="noStrike" spc="-1">
                <a:solidFill>
                  <a:srgbClr val="00B0F0"/>
                </a:solidFill>
                <a:latin typeface="Lucida Sans Unicode"/>
              </a:rPr>
              <a:t>Y</a:t>
            </a:r>
            <a:r>
              <a:rPr lang="en-GB" sz="2000" b="0" strike="noStrike" spc="-1">
                <a:solidFill>
                  <a:srgbClr val="000000"/>
                </a:solidFill>
                <a:latin typeface="Lucida Sans Unicode"/>
              </a:rPr>
              <a:t>/</a:t>
            </a:r>
            <a:r>
              <a:rPr lang="en-GB" sz="2000" b="0" strike="noStrike" spc="-1">
                <a:solidFill>
                  <a:srgbClr val="FF0000"/>
                </a:solidFill>
                <a:latin typeface="Lucida Sans Unicode"/>
              </a:rPr>
              <a:t>X</a:t>
            </a:r>
            <a:endParaRPr lang="en-US" sz="2000" b="0" strike="noStrike" spc="-1">
              <a:solidFill>
                <a:srgbClr val="000000"/>
              </a:solidFill>
              <a:latin typeface="Lucida Sans Unicode"/>
            </a:endParaRPr>
          </a:p>
          <a:p>
            <a:pPr marL="609480" indent="-609480">
              <a:lnSpc>
                <a:spcPct val="100000"/>
              </a:lnSpc>
              <a:spcBef>
                <a:spcPts val="400"/>
              </a:spcBef>
              <a:buNone/>
              <a:tabLst>
                <a:tab pos="0" algn="l"/>
              </a:tabLst>
            </a:pPr>
            <a:r>
              <a:rPr lang="en-GB" sz="2000" b="0" strike="noStrike" spc="-1">
                <a:solidFill>
                  <a:srgbClr val="000000"/>
                </a:solidFill>
                <a:latin typeface="Lucida Sans Unicode"/>
              </a:rPr>
              <a:t>		man(X), man(adam) .....  </a:t>
            </a:r>
            <a:r>
              <a:rPr lang="en-GB" sz="2000" b="0" strike="noStrike" spc="-1">
                <a:solidFill>
                  <a:srgbClr val="FF0000"/>
                </a:solidFill>
                <a:latin typeface="Lucida Sans Unicode"/>
              </a:rPr>
              <a:t>X</a:t>
            </a:r>
            <a:r>
              <a:rPr lang="en-GB" sz="2000" b="0" strike="noStrike" spc="-1">
                <a:solidFill>
                  <a:srgbClr val="000000"/>
                </a:solidFill>
                <a:latin typeface="Lucida Sans Unicode"/>
              </a:rPr>
              <a:t>/</a:t>
            </a:r>
            <a:r>
              <a:rPr lang="en-GB" sz="2000" b="0" strike="noStrike" spc="-1">
                <a:solidFill>
                  <a:srgbClr val="00B0F0"/>
                </a:solidFill>
                <a:latin typeface="Lucida Sans Unicode"/>
              </a:rPr>
              <a:t>adam</a:t>
            </a:r>
            <a:endParaRPr lang="en-US" sz="2000" b="0" strike="noStrike" spc="-1">
              <a:solidFill>
                <a:srgbClr val="000000"/>
              </a:solidFill>
              <a:latin typeface="Lucida Sans Unicode"/>
            </a:endParaRPr>
          </a:p>
          <a:p>
            <a:pPr marL="609480" indent="-609480">
              <a:lnSpc>
                <a:spcPct val="100000"/>
              </a:lnSpc>
              <a:spcBef>
                <a:spcPts val="400"/>
              </a:spcBef>
              <a:buNone/>
              <a:tabLst>
                <a:tab pos="0" algn="l"/>
              </a:tabLst>
            </a:pPr>
            <a:r>
              <a:rPr lang="en-GB" sz="2000" b="0" strike="noStrike" spc="-1">
                <a:solidFill>
                  <a:srgbClr val="000000"/>
                </a:solidFill>
                <a:latin typeface="Lucida Sans Unicode"/>
              </a:rPr>
              <a:t>		teach(X, math), teach(joe,Y) ... .. </a:t>
            </a:r>
            <a:r>
              <a:rPr lang="en-GB" sz="2000" b="0" strike="noStrike" spc="-1">
                <a:solidFill>
                  <a:srgbClr val="FF0000"/>
                </a:solidFill>
                <a:latin typeface="Lucida Sans Unicode"/>
              </a:rPr>
              <a:t>X</a:t>
            </a:r>
            <a:r>
              <a:rPr lang="en-GB" sz="2000" b="0" strike="noStrike" spc="-1">
                <a:solidFill>
                  <a:srgbClr val="000000"/>
                </a:solidFill>
                <a:latin typeface="Lucida Sans Unicode"/>
              </a:rPr>
              <a:t>/</a:t>
            </a:r>
            <a:r>
              <a:rPr lang="en-GB" sz="2000" b="0" strike="noStrike" spc="-1">
                <a:solidFill>
                  <a:srgbClr val="00B0F0"/>
                </a:solidFill>
                <a:latin typeface="Lucida Sans Unicode"/>
              </a:rPr>
              <a:t>joe</a:t>
            </a:r>
            <a:r>
              <a:rPr lang="en-GB" sz="2000" b="0" strike="noStrike" spc="-1">
                <a:solidFill>
                  <a:srgbClr val="000000"/>
                </a:solidFill>
                <a:latin typeface="Lucida Sans Unicode"/>
              </a:rPr>
              <a:t>; </a:t>
            </a:r>
            <a:r>
              <a:rPr lang="en-GB" sz="2000" b="0" strike="noStrike" spc="-1">
                <a:solidFill>
                  <a:srgbClr val="00B050"/>
                </a:solidFill>
                <a:latin typeface="Lucida Sans Unicode"/>
              </a:rPr>
              <a:t>Y</a:t>
            </a:r>
            <a:r>
              <a:rPr lang="en-GB" sz="2000" b="0" strike="noStrike" spc="-1">
                <a:solidFill>
                  <a:srgbClr val="000000"/>
                </a:solidFill>
                <a:latin typeface="Lucida Sans Unicode"/>
              </a:rPr>
              <a:t>/</a:t>
            </a:r>
            <a:r>
              <a:rPr lang="en-GB" sz="2000" b="0" strike="noStrike" spc="-1">
                <a:solidFill>
                  <a:srgbClr val="FFC000"/>
                </a:solidFill>
                <a:latin typeface="Lucida Sans Unicode"/>
              </a:rPr>
              <a:t>math</a:t>
            </a:r>
            <a:endParaRPr lang="en-US" sz="2000" b="0" strike="noStrike" spc="-1">
              <a:solidFill>
                <a:srgbClr val="000000"/>
              </a:solidFill>
              <a:latin typeface="Lucida Sans Unicode"/>
            </a:endParaRPr>
          </a:p>
          <a:p>
            <a:pPr marL="609480" indent="-609480">
              <a:lnSpc>
                <a:spcPct val="100000"/>
              </a:lnSpc>
              <a:spcBef>
                <a:spcPts val="400"/>
              </a:spcBef>
              <a:buNone/>
              <a:tabLst>
                <a:tab pos="0" algn="l"/>
              </a:tabLst>
            </a:pPr>
            <a:endParaRPr lang="en-US" sz="2000" b="0" strike="noStrike" spc="-1">
              <a:solidFill>
                <a:srgbClr val="000000"/>
              </a:solidFill>
              <a:latin typeface="Lucida Sans Unicode"/>
            </a:endParaRPr>
          </a:p>
          <a:p>
            <a:pPr marL="609480" indent="-609480">
              <a:lnSpc>
                <a:spcPct val="100000"/>
              </a:lnSpc>
              <a:spcBef>
                <a:spcPts val="400"/>
              </a:spcBef>
              <a:buNone/>
              <a:tabLst>
                <a:tab pos="0" algn="l"/>
              </a:tabLst>
            </a:pPr>
            <a:r>
              <a:rPr lang="en-GB" sz="2400" b="0" strike="noStrike" spc="-1">
                <a:solidFill>
                  <a:srgbClr val="000000"/>
                </a:solidFill>
                <a:latin typeface="Lucida Sans Unicode"/>
              </a:rPr>
              <a:t>		</a:t>
            </a:r>
            <a:endParaRPr lang="en-US" sz="2400" b="0" strike="noStrike" spc="-1">
              <a:solidFill>
                <a:srgbClr val="000000"/>
              </a:solidFill>
              <a:latin typeface="Lucida Sans Unicode"/>
            </a:endParaRPr>
          </a:p>
          <a:p>
            <a:pPr marL="609480" indent="-609480">
              <a:lnSpc>
                <a:spcPct val="100000"/>
              </a:lnSpc>
              <a:spcBef>
                <a:spcPts val="400"/>
              </a:spcBef>
              <a:buNone/>
              <a:tabLst>
                <a:tab pos="0" algn="l"/>
              </a:tabLst>
            </a:pPr>
            <a:endParaRPr lang="en-US" sz="2000" b="0" strike="noStrike" spc="-1">
              <a:solidFill>
                <a:srgbClr val="000000"/>
              </a:solidFill>
              <a:latin typeface="Lucida Sans Unicode"/>
            </a:endParaRPr>
          </a:p>
        </p:txBody>
      </p:sp>
      <p:sp>
        <p:nvSpPr>
          <p:cNvPr id="194"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Concept 2: Instantiation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93">
                                            <p:txEl>
                                              <p:pRg st="1" end="1"/>
                                            </p:txEl>
                                          </p:spTgt>
                                        </p:tgtEl>
                                        <p:attrNameLst>
                                          <p:attrName>style.visibility</p:attrName>
                                        </p:attrNameLst>
                                      </p:cBhvr>
                                      <p:to>
                                        <p:strVal val="visible"/>
                                      </p:to>
                                    </p:set>
                                    <p:animEffect transition="in" filter="fade">
                                      <p:cBhvr additive="repl">
                                        <p:cTn id="7" dur="2000"/>
                                        <p:tgtEl>
                                          <p:spTgt spid="19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93">
                                            <p:txEl>
                                              <p:pRg st="2" end="2"/>
                                            </p:txEl>
                                          </p:spTgt>
                                        </p:tgtEl>
                                        <p:attrNameLst>
                                          <p:attrName>style.visibility</p:attrName>
                                        </p:attrNameLst>
                                      </p:cBhvr>
                                      <p:to>
                                        <p:strVal val="visible"/>
                                      </p:to>
                                    </p:set>
                                    <p:animEffect transition="in" filter="fade">
                                      <p:cBhvr additive="repl">
                                        <p:cTn id="12" dur="2000"/>
                                        <p:tgtEl>
                                          <p:spTgt spid="19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193">
                                            <p:txEl>
                                              <p:pRg st="4" end="4"/>
                                            </p:txEl>
                                          </p:spTgt>
                                        </p:tgtEl>
                                        <p:attrNameLst>
                                          <p:attrName>style.visibility</p:attrName>
                                        </p:attrNameLst>
                                      </p:cBhvr>
                                      <p:to>
                                        <p:strVal val="visible"/>
                                      </p:to>
                                    </p:set>
                                    <p:animEffect transition="in" filter="fade">
                                      <p:cBhvr additive="repl">
                                        <p:cTn id="17" dur="2000"/>
                                        <p:tgtEl>
                                          <p:spTgt spid="193">
                                            <p:txEl>
                                              <p:pRg st="4" end="4"/>
                                            </p:txEl>
                                          </p:spTgt>
                                        </p:tgtEl>
                                      </p:cBhvr>
                                    </p:animEffect>
                                  </p:childTnLst>
                                </p:cTn>
                              </p:par>
                              <p:par>
                                <p:cTn id="18" presetID="10" presetClass="entr" fill="hold" nodeType="withEffect">
                                  <p:stCondLst>
                                    <p:cond delay="0"/>
                                  </p:stCondLst>
                                  <p:childTnLst>
                                    <p:set>
                                      <p:cBhvr>
                                        <p:cTn id="19" dur="1" fill="hold">
                                          <p:stCondLst>
                                            <p:cond delay="0"/>
                                          </p:stCondLst>
                                        </p:cTn>
                                        <p:tgtEl>
                                          <p:spTgt spid="193">
                                            <p:txEl>
                                              <p:pRg st="5" end="5"/>
                                            </p:txEl>
                                          </p:spTgt>
                                        </p:tgtEl>
                                        <p:attrNameLst>
                                          <p:attrName>style.visibility</p:attrName>
                                        </p:attrNameLst>
                                      </p:cBhvr>
                                      <p:to>
                                        <p:strVal val="visible"/>
                                      </p:to>
                                    </p:set>
                                    <p:animEffect transition="in" filter="fade">
                                      <p:cBhvr additive="repl">
                                        <p:cTn id="20" dur="2000"/>
                                        <p:tgtEl>
                                          <p:spTgt spid="19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nodeType="clickEffect">
                                  <p:stCondLst>
                                    <p:cond delay="0"/>
                                  </p:stCondLst>
                                  <p:childTnLst>
                                    <p:set>
                                      <p:cBhvr>
                                        <p:cTn id="24" dur="1" fill="hold">
                                          <p:stCondLst>
                                            <p:cond delay="0"/>
                                          </p:stCondLst>
                                        </p:cTn>
                                        <p:tgtEl>
                                          <p:spTgt spid="193">
                                            <p:txEl>
                                              <p:pRg st="6" end="6"/>
                                            </p:txEl>
                                          </p:spTgt>
                                        </p:tgtEl>
                                        <p:attrNameLst>
                                          <p:attrName>style.visibility</p:attrName>
                                        </p:attrNameLst>
                                      </p:cBhvr>
                                      <p:to>
                                        <p:strVal val="visible"/>
                                      </p:to>
                                    </p:set>
                                    <p:animEffect transition="in" filter="fade">
                                      <p:cBhvr additive="repl">
                                        <p:cTn id="25" dur="2000"/>
                                        <p:tgtEl>
                                          <p:spTgt spid="19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nodeType="clickEffect">
                                  <p:stCondLst>
                                    <p:cond delay="0"/>
                                  </p:stCondLst>
                                  <p:childTnLst>
                                    <p:set>
                                      <p:cBhvr>
                                        <p:cTn id="29" dur="1" fill="hold">
                                          <p:stCondLst>
                                            <p:cond delay="0"/>
                                          </p:stCondLst>
                                        </p:cTn>
                                        <p:tgtEl>
                                          <p:spTgt spid="193">
                                            <p:txEl>
                                              <p:pRg st="7" end="7"/>
                                            </p:txEl>
                                          </p:spTgt>
                                        </p:tgtEl>
                                        <p:attrNameLst>
                                          <p:attrName>style.visibility</p:attrName>
                                        </p:attrNameLst>
                                      </p:cBhvr>
                                      <p:to>
                                        <p:strVal val="visible"/>
                                      </p:to>
                                    </p:set>
                                    <p:animEffect transition="in" filter="fade">
                                      <p:cBhvr additive="repl">
                                        <p:cTn id="30" dur="2000"/>
                                        <p:tgtEl>
                                          <p:spTgt spid="19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p:nvPr>
        </p:nvSpPr>
        <p:spPr>
          <a:xfrm>
            <a:off x="516240" y="1122120"/>
            <a:ext cx="9072360" cy="4193640"/>
          </a:xfrm>
          <a:prstGeom prst="rect">
            <a:avLst/>
          </a:prstGeom>
          <a:noFill/>
          <a:ln w="0">
            <a:noFill/>
          </a:ln>
        </p:spPr>
        <p:txBody>
          <a:bodyPr lIns="90000" tIns="45000" rIns="90000" bIns="45000" anchor="t">
            <a:normAutofit/>
          </a:bodyPr>
          <a:lstStyle/>
          <a:p>
            <a:pPr marL="609480" indent="-609480">
              <a:lnSpc>
                <a:spcPct val="100000"/>
              </a:lnSpc>
              <a:spcBef>
                <a:spcPts val="400"/>
              </a:spcBef>
              <a:buClr>
                <a:srgbClr val="2DA2BF"/>
              </a:buClr>
              <a:buSzPct val="68000"/>
              <a:buFont typeface="Wingdings 3" charset="2"/>
              <a:buChar char=""/>
            </a:pPr>
            <a:r>
              <a:rPr lang="en-GB" sz="2600" b="0" strike="noStrike" spc="-1">
                <a:solidFill>
                  <a:srgbClr val="00B0F0"/>
                </a:solidFill>
                <a:latin typeface="Lucida Sans Unicode"/>
              </a:rPr>
              <a:t>Instantiation involving rules</a:t>
            </a:r>
            <a:endParaRPr lang="en-US" sz="26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200" b="0" strike="noStrike" spc="-1">
                <a:solidFill>
                  <a:srgbClr val="000000"/>
                </a:solidFill>
                <a:latin typeface="Lucida Sans Unicode"/>
              </a:rPr>
              <a:t>The same variable in the same rule must be instantiated with the same value (can be either another variable or constant).  </a:t>
            </a:r>
            <a:endParaRPr lang="en-US" sz="2200" b="0" strike="noStrike" spc="-1">
              <a:solidFill>
                <a:srgbClr val="000000"/>
              </a:solidFill>
              <a:latin typeface="Lucida Sans Unicode"/>
            </a:endParaRPr>
          </a:p>
          <a:p>
            <a:pPr marL="901800" lvl="1" indent="-277920">
              <a:lnSpc>
                <a:spcPct val="100000"/>
              </a:lnSpc>
              <a:spcBef>
                <a:spcPts val="323"/>
              </a:spcBef>
              <a:buClr>
                <a:srgbClr val="2DA2BF"/>
              </a:buClr>
              <a:buFont typeface="Verdana"/>
              <a:buChar char="◦"/>
            </a:pPr>
            <a:r>
              <a:rPr lang="en-GB" sz="2200" b="0" strike="noStrike" spc="-1">
                <a:solidFill>
                  <a:srgbClr val="000000"/>
                </a:solidFill>
                <a:latin typeface="Lucida Sans Unicode"/>
              </a:rPr>
              <a:t>E.g.:</a:t>
            </a:r>
            <a:endParaRPr lang="en-US" sz="2200" b="0" strike="noStrike" spc="-1">
              <a:solidFill>
                <a:srgbClr val="000000"/>
              </a:solidFill>
              <a:latin typeface="Lucida Sans Unicode"/>
            </a:endParaRPr>
          </a:p>
          <a:p>
            <a:pPr marL="1166760" indent="-277920">
              <a:lnSpc>
                <a:spcPct val="100000"/>
              </a:lnSpc>
              <a:spcBef>
                <a:spcPts val="349"/>
              </a:spcBef>
              <a:buNone/>
              <a:tabLst>
                <a:tab pos="0" algn="l"/>
              </a:tabLst>
            </a:pPr>
            <a:r>
              <a:rPr lang="en-GB" sz="2100" b="0" strike="noStrike" spc="-1">
                <a:solidFill>
                  <a:srgbClr val="FFC000"/>
                </a:solidFill>
                <a:latin typeface="Lucida Sans Unicode"/>
              </a:rPr>
              <a:t>	Rule1:	</a:t>
            </a:r>
            <a:r>
              <a:rPr lang="en-GB" sz="2100" b="0" strike="noStrike" spc="-1">
                <a:solidFill>
                  <a:srgbClr val="000000"/>
                </a:solidFill>
                <a:latin typeface="Lucida Sans Unicode"/>
              </a:rPr>
              <a:t>have(X, wings) </a:t>
            </a:r>
            <a:r>
              <a:rPr lang="en-GB" sz="2100" b="0" strike="noStrike" spc="-1">
                <a:solidFill>
                  <a:srgbClr val="000000"/>
                </a:solidFill>
                <a:latin typeface="Symbol"/>
              </a:rPr>
              <a:t></a:t>
            </a:r>
            <a:r>
              <a:rPr lang="en-GB" sz="2100" b="0" strike="noStrike" spc="-1">
                <a:solidFill>
                  <a:srgbClr val="000000"/>
                </a:solidFill>
                <a:latin typeface="Lucida Sans Unicode"/>
              </a:rPr>
              <a:t> flies(X) </a:t>
            </a:r>
            <a:r>
              <a:rPr lang="en-GB" sz="2100" b="0" strike="noStrike" spc="-1">
                <a:solidFill>
                  <a:srgbClr val="000000"/>
                </a:solidFill>
                <a:latin typeface="Symbol"/>
              </a:rPr>
              <a:t></a:t>
            </a:r>
            <a:r>
              <a:rPr lang="en-GB" sz="2100" b="0" strike="noStrike" spc="-1">
                <a:solidFill>
                  <a:srgbClr val="000000"/>
                </a:solidFill>
                <a:latin typeface="Lucida Sans Unicode"/>
              </a:rPr>
              <a:t> isa(X, Y)</a:t>
            </a:r>
            <a:endParaRPr lang="en-US" sz="2100" b="0" strike="noStrike" spc="-1">
              <a:solidFill>
                <a:srgbClr val="000000"/>
              </a:solidFill>
              <a:latin typeface="Lucida Sans Unicode"/>
            </a:endParaRPr>
          </a:p>
          <a:p>
            <a:pPr marL="1166760" indent="-277920">
              <a:lnSpc>
                <a:spcPct val="100000"/>
              </a:lnSpc>
              <a:spcBef>
                <a:spcPts val="349"/>
              </a:spcBef>
              <a:buNone/>
              <a:tabLst>
                <a:tab pos="0" algn="l"/>
              </a:tabLst>
            </a:pPr>
            <a:r>
              <a:rPr lang="en-GB" sz="2100" b="0" strike="noStrike" spc="-1">
                <a:solidFill>
                  <a:srgbClr val="00B050"/>
                </a:solidFill>
                <a:latin typeface="Lucida Sans Unicode"/>
              </a:rPr>
              <a:t>	Axiom1:	</a:t>
            </a:r>
            <a:r>
              <a:rPr lang="en-GB" sz="2100" b="0" strike="noStrike" spc="-1">
                <a:solidFill>
                  <a:srgbClr val="000000"/>
                </a:solidFill>
                <a:latin typeface="Lucida Sans Unicode"/>
              </a:rPr>
              <a:t>flies(tweety)</a:t>
            </a:r>
            <a:endParaRPr lang="en-US" sz="2100" b="0" strike="noStrike" spc="-1">
              <a:solidFill>
                <a:srgbClr val="000000"/>
              </a:solidFill>
              <a:latin typeface="Lucida Sans Unicode"/>
            </a:endParaRPr>
          </a:p>
          <a:p>
            <a:pPr marL="1450440" indent="-277920">
              <a:lnSpc>
                <a:spcPct val="100000"/>
              </a:lnSpc>
              <a:spcBef>
                <a:spcPts val="349"/>
              </a:spcBef>
              <a:buNone/>
              <a:tabLst>
                <a:tab pos="0" algn="l"/>
              </a:tabLst>
            </a:pPr>
            <a:endParaRPr lang="en-US" sz="1900" b="0" strike="noStrike" spc="-1">
              <a:solidFill>
                <a:srgbClr val="000000"/>
              </a:solidFill>
              <a:latin typeface="Lucida Sans Unicode"/>
            </a:endParaRPr>
          </a:p>
          <a:p>
            <a:pPr marL="1450440" indent="-277920">
              <a:lnSpc>
                <a:spcPct val="100000"/>
              </a:lnSpc>
              <a:spcBef>
                <a:spcPts val="349"/>
              </a:spcBef>
              <a:buNone/>
              <a:tabLst>
                <a:tab pos="0" algn="l"/>
              </a:tabLst>
            </a:pPr>
            <a:r>
              <a:rPr lang="en-GB" sz="1900" b="0" strike="noStrike" spc="-1">
                <a:solidFill>
                  <a:srgbClr val="000000"/>
                </a:solidFill>
                <a:latin typeface="Lucida Sans Unicode"/>
              </a:rPr>
              <a:t>Predicate </a:t>
            </a:r>
            <a:r>
              <a:rPr lang="en-GB" sz="1900" b="0" strike="noStrike" spc="-1">
                <a:solidFill>
                  <a:srgbClr val="00B0F0"/>
                </a:solidFill>
                <a:latin typeface="Lucida Sans Unicode"/>
              </a:rPr>
              <a:t>flies(X) </a:t>
            </a:r>
            <a:r>
              <a:rPr lang="en-GB" sz="1900" b="0" strike="noStrike" spc="-1">
                <a:solidFill>
                  <a:srgbClr val="000000"/>
                </a:solidFill>
                <a:latin typeface="Lucida Sans Unicode"/>
              </a:rPr>
              <a:t>in Rule1 match with axiom</a:t>
            </a:r>
            <a:r>
              <a:rPr lang="en-GB" sz="1900" b="0" strike="noStrike" spc="-1">
                <a:solidFill>
                  <a:srgbClr val="00B0F0"/>
                </a:solidFill>
                <a:latin typeface="Lucida Sans Unicode"/>
              </a:rPr>
              <a:t> flies(tweety)</a:t>
            </a:r>
            <a:r>
              <a:rPr lang="en-GB" sz="1900" b="0" strike="noStrike" spc="-1">
                <a:solidFill>
                  <a:srgbClr val="000000"/>
                </a:solidFill>
                <a:latin typeface="Lucida Sans Unicode"/>
              </a:rPr>
              <a:t>, and </a:t>
            </a:r>
            <a:r>
              <a:rPr lang="en-GB" sz="1900" b="0" strike="noStrike" spc="-1">
                <a:solidFill>
                  <a:srgbClr val="00B0F0"/>
                </a:solidFill>
                <a:latin typeface="Lucida Sans Unicode"/>
              </a:rPr>
              <a:t>X</a:t>
            </a:r>
            <a:r>
              <a:rPr lang="en-GB" sz="1900" b="0" strike="noStrike" spc="-1">
                <a:solidFill>
                  <a:srgbClr val="000000"/>
                </a:solidFill>
                <a:latin typeface="Lucida Sans Unicode"/>
              </a:rPr>
              <a:t> is instantiated with </a:t>
            </a:r>
            <a:r>
              <a:rPr lang="en-GB" sz="1900" b="0" strike="noStrike" spc="-1">
                <a:solidFill>
                  <a:srgbClr val="00B0F0"/>
                </a:solidFill>
                <a:latin typeface="Lucida Sans Unicode"/>
              </a:rPr>
              <a:t>tweety</a:t>
            </a:r>
            <a:r>
              <a:rPr lang="en-GB" sz="1900" b="0" strike="noStrike" spc="-1">
                <a:solidFill>
                  <a:srgbClr val="000000"/>
                </a:solidFill>
                <a:latin typeface="Lucida Sans Unicode"/>
              </a:rPr>
              <a:t>, i.e. </a:t>
            </a:r>
            <a:r>
              <a:rPr lang="en-GB" sz="1900" b="0" strike="noStrike" spc="-1">
                <a:solidFill>
                  <a:srgbClr val="FF0000"/>
                </a:solidFill>
                <a:latin typeface="Lucida Sans Unicode"/>
              </a:rPr>
              <a:t>X/tweety</a:t>
            </a:r>
            <a:endParaRPr lang="en-US" sz="1900" b="0" strike="noStrike" spc="-1">
              <a:solidFill>
                <a:srgbClr val="000000"/>
              </a:solidFill>
              <a:latin typeface="Lucida Sans Unicode"/>
            </a:endParaRPr>
          </a:p>
          <a:p>
            <a:pPr marL="609480" indent="-609480">
              <a:lnSpc>
                <a:spcPct val="100000"/>
              </a:lnSpc>
              <a:spcBef>
                <a:spcPts val="400"/>
              </a:spcBef>
              <a:buNone/>
              <a:tabLst>
                <a:tab pos="0" algn="l"/>
              </a:tabLst>
            </a:pPr>
            <a:endParaRPr lang="en-US" sz="2000" b="0" strike="noStrike" spc="-1">
              <a:solidFill>
                <a:srgbClr val="000000"/>
              </a:solidFill>
              <a:latin typeface="Lucida Sans Unicode"/>
            </a:endParaRPr>
          </a:p>
        </p:txBody>
      </p:sp>
      <p:sp>
        <p:nvSpPr>
          <p:cNvPr id="196"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Concept 2: Instantiation</a:t>
            </a:r>
            <a:endParaRPr lang="en-US" sz="4100" b="0" strike="noStrike" spc="-1">
              <a:solidFill>
                <a:srgbClr val="000000"/>
              </a:solidFill>
              <a:latin typeface="Franklin Gothic Medium"/>
            </a:endParaRPr>
          </a:p>
        </p:txBody>
      </p:sp>
      <p:sp>
        <p:nvSpPr>
          <p:cNvPr id="197" name="Down Arrow 2"/>
          <p:cNvSpPr/>
          <p:nvPr/>
        </p:nvSpPr>
        <p:spPr>
          <a:xfrm>
            <a:off x="5040360" y="4194000"/>
            <a:ext cx="314640" cy="354240"/>
          </a:xfrm>
          <a:prstGeom prst="downArrow">
            <a:avLst>
              <a:gd name="adj1" fmla="val 50000"/>
              <a:gd name="adj2" fmla="val 50000"/>
            </a:avLst>
          </a:prstGeom>
          <a:solidFill>
            <a:schemeClr val="tx2">
              <a:lumMod val="20000"/>
              <a:lumOff val="80000"/>
            </a:schemeClr>
          </a:solidFill>
          <a:ln>
            <a:solidFill>
              <a:srgbClr val="0070C0"/>
            </a:solidFill>
            <a:round/>
          </a:ln>
          <a:effectLst>
            <a:glow rad="63360">
              <a:srgbClr val="00BDEC">
                <a:alpha val="40000"/>
              </a:srgbClr>
            </a:glow>
            <a:outerShdw blurRad="50760" dist="38160" algn="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sp>
      <p:sp>
        <p:nvSpPr>
          <p:cNvPr id="198" name="TextBox 1"/>
          <p:cNvSpPr/>
          <p:nvPr/>
        </p:nvSpPr>
        <p:spPr>
          <a:xfrm>
            <a:off x="1575000" y="4572000"/>
            <a:ext cx="8111520" cy="39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52360" indent="-277920">
              <a:lnSpc>
                <a:spcPct val="100000"/>
              </a:lnSpc>
              <a:buNone/>
              <a:tabLst>
                <a:tab pos="0" algn="l"/>
              </a:tabLst>
            </a:pPr>
            <a:r>
              <a:rPr lang="en-GB" sz="2000" b="0" strike="noStrike" spc="-1">
                <a:solidFill>
                  <a:srgbClr val="FFC000"/>
                </a:solidFill>
                <a:latin typeface="Lucida Sans Unicode"/>
              </a:rPr>
              <a:t>Rule1 : </a:t>
            </a:r>
            <a:r>
              <a:rPr lang="en-GB" sz="2000" b="0" strike="noStrike" spc="-1">
                <a:solidFill>
                  <a:srgbClr val="000000"/>
                </a:solidFill>
                <a:latin typeface="Lucida Sans Unicode"/>
              </a:rPr>
              <a:t>have(</a:t>
            </a:r>
            <a:r>
              <a:rPr lang="en-GB" sz="2000" b="0" strike="noStrike" spc="-1">
                <a:solidFill>
                  <a:srgbClr val="FF0000"/>
                </a:solidFill>
                <a:latin typeface="Lucida Sans Unicode"/>
              </a:rPr>
              <a:t>tweety</a:t>
            </a:r>
            <a:r>
              <a:rPr lang="en-GB" sz="2000" b="0" strike="noStrike" spc="-1">
                <a:solidFill>
                  <a:srgbClr val="000000"/>
                </a:solidFill>
                <a:latin typeface="Lucida Sans Unicode"/>
              </a:rPr>
              <a:t>,wings) </a:t>
            </a:r>
            <a:r>
              <a:rPr lang="en-GB" sz="2000" b="0" strike="noStrike" spc="-1">
                <a:solidFill>
                  <a:srgbClr val="000000"/>
                </a:solidFill>
                <a:latin typeface="Symbol"/>
              </a:rPr>
              <a:t></a:t>
            </a:r>
            <a:r>
              <a:rPr lang="en-GB" sz="2000" b="0" strike="noStrike" spc="-1">
                <a:solidFill>
                  <a:srgbClr val="000000"/>
                </a:solidFill>
                <a:latin typeface="Lucida Sans Unicode"/>
              </a:rPr>
              <a:t> flies(</a:t>
            </a:r>
            <a:r>
              <a:rPr lang="en-GB" sz="2000" b="0" strike="noStrike" spc="-1">
                <a:solidFill>
                  <a:srgbClr val="FF0000"/>
                </a:solidFill>
                <a:latin typeface="Lucida Sans Unicode"/>
              </a:rPr>
              <a:t>tweety</a:t>
            </a:r>
            <a:r>
              <a:rPr lang="en-GB" sz="2000" b="0" strike="noStrike" spc="-1">
                <a:solidFill>
                  <a:srgbClr val="000000"/>
                </a:solidFill>
                <a:latin typeface="Lucida Sans Unicode"/>
              </a:rPr>
              <a:t>) </a:t>
            </a:r>
            <a:r>
              <a:rPr lang="en-GB" sz="2000" b="0" strike="noStrike" spc="-1">
                <a:solidFill>
                  <a:srgbClr val="000000"/>
                </a:solidFill>
                <a:latin typeface="Symbol"/>
              </a:rPr>
              <a:t></a:t>
            </a:r>
            <a:r>
              <a:rPr lang="en-GB" sz="2000" b="0" strike="noStrike" spc="-1">
                <a:solidFill>
                  <a:srgbClr val="000000"/>
                </a:solidFill>
                <a:latin typeface="Lucida Sans Unicode"/>
              </a:rPr>
              <a:t> isa(</a:t>
            </a:r>
            <a:r>
              <a:rPr lang="en-GB" sz="2000" b="0" strike="noStrike" spc="-1">
                <a:solidFill>
                  <a:srgbClr val="FF0000"/>
                </a:solidFill>
                <a:latin typeface="Lucida Sans Unicode"/>
              </a:rPr>
              <a:t>tweety</a:t>
            </a:r>
            <a:r>
              <a:rPr lang="en-GB" sz="2000" b="0" strike="noStrike" spc="-1">
                <a:solidFill>
                  <a:srgbClr val="000000"/>
                </a:solidFill>
                <a:latin typeface="Lucida Sans Unicode"/>
              </a:rPr>
              <a:t>,Y)</a:t>
            </a:r>
            <a:endParaRPr lang="en-GB" sz="2000" b="0" strike="noStrike" spc="-1">
              <a:latin typeface="Arial"/>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95">
                                            <p:txEl>
                                              <p:pRg st="3" end="3"/>
                                            </p:txEl>
                                          </p:spTgt>
                                        </p:tgtEl>
                                        <p:attrNameLst>
                                          <p:attrName>style.visibility</p:attrName>
                                        </p:attrNameLst>
                                      </p:cBhvr>
                                      <p:to>
                                        <p:strVal val="visible"/>
                                      </p:to>
                                    </p:set>
                                    <p:animEffect transition="in" filter="fade">
                                      <p:cBhvr additive="repl">
                                        <p:cTn id="7" dur="2000"/>
                                        <p:tgtEl>
                                          <p:spTgt spid="19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195">
                                            <p:txEl>
                                              <p:pRg st="4" end="4"/>
                                            </p:txEl>
                                          </p:spTgt>
                                        </p:tgtEl>
                                        <p:attrNameLst>
                                          <p:attrName>style.visibility</p:attrName>
                                        </p:attrNameLst>
                                      </p:cBhvr>
                                      <p:to>
                                        <p:strVal val="visible"/>
                                      </p:to>
                                    </p:set>
                                    <p:animEffect transition="in" filter="fade">
                                      <p:cBhvr additive="repl">
                                        <p:cTn id="12" dur="2000"/>
                                        <p:tgtEl>
                                          <p:spTgt spid="19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195">
                                            <p:txEl>
                                              <p:pRg st="6" end="6"/>
                                            </p:txEl>
                                          </p:spTgt>
                                        </p:tgtEl>
                                        <p:attrNameLst>
                                          <p:attrName>style.visibility</p:attrName>
                                        </p:attrNameLst>
                                      </p:cBhvr>
                                      <p:to>
                                        <p:strVal val="visible"/>
                                      </p:to>
                                    </p:set>
                                    <p:animEffect transition="in" filter="fade">
                                      <p:cBhvr additive="repl">
                                        <p:cTn id="17" dur="2000"/>
                                        <p:tgtEl>
                                          <p:spTgt spid="19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197"/>
                                        </p:tgtEl>
                                        <p:attrNameLst>
                                          <p:attrName>style.visibility</p:attrName>
                                        </p:attrNameLst>
                                      </p:cBhvr>
                                      <p:to>
                                        <p:strVal val="visible"/>
                                      </p:to>
                                    </p:set>
                                    <p:animEffect transition="in" filter="fade">
                                      <p:cBhvr additive="repl">
                                        <p:cTn id="22" dur="2000"/>
                                        <p:tgtEl>
                                          <p:spTgt spid="197"/>
                                        </p:tgtEl>
                                      </p:cBhvr>
                                    </p:animEffect>
                                  </p:childTnLst>
                                </p:cTn>
                              </p:par>
                            </p:childTnLst>
                          </p:cTn>
                        </p:par>
                        <p:par>
                          <p:cTn id="23" fill="hold">
                            <p:stCondLst>
                              <p:cond delay="2000"/>
                            </p:stCondLst>
                            <p:childTnLst>
                              <p:par>
                                <p:cTn id="24" presetID="8" presetClass="entr" presetSubtype="16" fill="hold" nodeType="afterEffect">
                                  <p:stCondLst>
                                    <p:cond delay="0"/>
                                  </p:stCondLst>
                                  <p:childTnLst>
                                    <p:set>
                                      <p:cBhvr>
                                        <p:cTn id="25" dur="1" fill="hold">
                                          <p:stCondLst>
                                            <p:cond delay="0"/>
                                          </p:stCondLst>
                                        </p:cTn>
                                        <p:tgtEl>
                                          <p:spTgt spid="198"/>
                                        </p:tgtEl>
                                        <p:attrNameLst>
                                          <p:attrName>style.visibility</p:attrName>
                                        </p:attrNameLst>
                                      </p:cBhvr>
                                      <p:to>
                                        <p:strVal val="visible"/>
                                      </p:to>
                                    </p:set>
                                    <p:animEffect transition="in" filter="diamond(in)">
                                      <p:cBhvr additive="repl">
                                        <p:cTn id="26" dur="20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p:nvPr>
        </p:nvSpPr>
        <p:spPr>
          <a:xfrm>
            <a:off x="516240" y="1063080"/>
            <a:ext cx="9072360" cy="407556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GB" sz="2400" b="0" strike="noStrike" spc="-1">
                <a:solidFill>
                  <a:srgbClr val="000000"/>
                </a:solidFill>
                <a:latin typeface="Lucida Sans Unicode"/>
              </a:rPr>
              <a:t>Two predicates </a:t>
            </a:r>
            <a:r>
              <a:rPr lang="en-GB" sz="2400" b="0" strike="noStrike" spc="-1">
                <a:solidFill>
                  <a:srgbClr val="00B0F0"/>
                </a:solidFill>
                <a:latin typeface="Lucida Sans Unicode"/>
              </a:rPr>
              <a:t>unify</a:t>
            </a:r>
            <a:r>
              <a:rPr lang="en-GB" sz="2400" b="0" strike="noStrike" spc="-1">
                <a:solidFill>
                  <a:srgbClr val="000000"/>
                </a:solidFill>
                <a:latin typeface="Lucida Sans Unicode"/>
              </a:rPr>
              <a:t> when they pass pattern matching and instantiation test.</a:t>
            </a:r>
            <a:endParaRPr lang="en-US" sz="2400" b="0" strike="noStrike" spc="-1">
              <a:solidFill>
                <a:srgbClr val="000000"/>
              </a:solidFill>
              <a:latin typeface="Lucida Sans Unicode"/>
            </a:endParaRPr>
          </a:p>
          <a:p>
            <a:pPr marL="609480" indent="-609480">
              <a:lnSpc>
                <a:spcPct val="100000"/>
              </a:lnSpc>
              <a:spcBef>
                <a:spcPts val="400"/>
              </a:spcBef>
              <a:buClr>
                <a:srgbClr val="2DA2BF"/>
              </a:buClr>
              <a:buSzPct val="68000"/>
              <a:buFont typeface="Wingdings 3" charset="2"/>
              <a:buChar char=""/>
            </a:pPr>
            <a:r>
              <a:rPr lang="en-GB" sz="2400" b="0" strike="noStrike" spc="-1">
                <a:solidFill>
                  <a:srgbClr val="000000"/>
                </a:solidFill>
                <a:latin typeface="Lucida Sans Unicode"/>
              </a:rPr>
              <a:t>E.g.:</a:t>
            </a:r>
            <a:endParaRPr lang="en-US" sz="24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isa(X,mammal) and isa(whale,mammal ) .....  </a:t>
            </a:r>
            <a:r>
              <a:rPr lang="en-GB" sz="1900" b="1" strike="noStrike" spc="-1">
                <a:solidFill>
                  <a:srgbClr val="FF0000"/>
                </a:solidFill>
                <a:latin typeface="Lucida Sans Unicode"/>
              </a:rPr>
              <a:t>X/whale</a:t>
            </a:r>
            <a:r>
              <a:rPr lang="en-GB" sz="1900" b="0" strike="noStrike" spc="-1">
                <a:solidFill>
                  <a:srgbClr val="000000"/>
                </a:solidFill>
                <a:latin typeface="Lucida Sans Unicode"/>
              </a:rPr>
              <a:t>; </a:t>
            </a:r>
            <a:r>
              <a:rPr lang="en-GB" sz="1900" b="1" strike="noStrike" spc="-1">
                <a:solidFill>
                  <a:srgbClr val="00B0F0"/>
                </a:solidFill>
                <a:latin typeface="Lucida Sans Unicode"/>
              </a:rPr>
              <a:t>mammal</a:t>
            </a:r>
            <a:r>
              <a:rPr lang="en-GB" sz="1900" b="1" strike="noStrike" spc="-1">
                <a:solidFill>
                  <a:srgbClr val="00B0F0"/>
                </a:solidFill>
                <a:latin typeface="Symbol"/>
              </a:rPr>
              <a:t></a:t>
            </a:r>
            <a:r>
              <a:rPr lang="en-GB" sz="1900" b="1" strike="noStrike" spc="-1">
                <a:solidFill>
                  <a:srgbClr val="00B0F0"/>
                </a:solidFill>
                <a:latin typeface="Lucida Sans Unicode"/>
              </a:rPr>
              <a:t>mammal</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isa(X,mammal) and isa(Y,Z) .....  </a:t>
            </a:r>
            <a:r>
              <a:rPr lang="en-GB" sz="1900" b="1" strike="noStrike" spc="-1">
                <a:solidFill>
                  <a:srgbClr val="FF0000"/>
                </a:solidFill>
                <a:latin typeface="Lucida Sans Unicode"/>
              </a:rPr>
              <a:t>X/Y</a:t>
            </a:r>
            <a:r>
              <a:rPr lang="en-GB" sz="1900" b="1" strike="noStrike" spc="-1">
                <a:solidFill>
                  <a:srgbClr val="000000"/>
                </a:solidFill>
                <a:latin typeface="Lucida Sans Unicode"/>
              </a:rPr>
              <a:t> </a:t>
            </a:r>
            <a:r>
              <a:rPr lang="en-GB" sz="1900" b="0" strike="noStrike" spc="-1">
                <a:solidFill>
                  <a:srgbClr val="000000"/>
                </a:solidFill>
                <a:latin typeface="Lucida Sans Unicode"/>
              </a:rPr>
              <a:t>or</a:t>
            </a:r>
            <a:r>
              <a:rPr lang="en-GB" sz="1900" b="1" strike="noStrike" spc="-1">
                <a:solidFill>
                  <a:srgbClr val="000000"/>
                </a:solidFill>
                <a:latin typeface="Lucida Sans Unicode"/>
              </a:rPr>
              <a:t> </a:t>
            </a:r>
            <a:r>
              <a:rPr lang="en-GB" sz="1900" b="1" strike="noStrike" spc="-1">
                <a:solidFill>
                  <a:srgbClr val="FF0000"/>
                </a:solidFill>
                <a:latin typeface="Lucida Sans Unicode"/>
              </a:rPr>
              <a:t>Y/X</a:t>
            </a:r>
            <a:r>
              <a:rPr lang="en-GB" sz="1900" b="0" strike="noStrike" spc="-1">
                <a:solidFill>
                  <a:srgbClr val="000000"/>
                </a:solidFill>
                <a:latin typeface="Lucida Sans Unicode"/>
              </a:rPr>
              <a:t>; </a:t>
            </a:r>
            <a:r>
              <a:rPr lang="en-GB" sz="1900" b="1" strike="noStrike" spc="-1">
                <a:solidFill>
                  <a:srgbClr val="FF0000"/>
                </a:solidFill>
                <a:latin typeface="Lucida Sans Unicode"/>
              </a:rPr>
              <a:t>Z/mammal</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isa(X,Y) and isa(whale,mammal)  .....  </a:t>
            </a:r>
            <a:r>
              <a:rPr lang="en-GB" sz="1900" b="1" strike="noStrike" spc="-1">
                <a:solidFill>
                  <a:srgbClr val="FF0000"/>
                </a:solidFill>
                <a:latin typeface="Lucida Sans Unicode"/>
              </a:rPr>
              <a:t>X/whale</a:t>
            </a:r>
            <a:r>
              <a:rPr lang="en-GB" sz="1900" b="0" strike="noStrike" spc="-1">
                <a:solidFill>
                  <a:srgbClr val="000000"/>
                </a:solidFill>
                <a:latin typeface="Lucida Sans Unicode"/>
              </a:rPr>
              <a:t>; </a:t>
            </a:r>
            <a:r>
              <a:rPr lang="en-GB" sz="1900" b="1" strike="noStrike" spc="-1">
                <a:solidFill>
                  <a:srgbClr val="FF0000"/>
                </a:solidFill>
                <a:latin typeface="Lucida Sans Unicode"/>
              </a:rPr>
              <a:t>Y/mammal</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isa(X,Y) and isa(whale,fish) .....  </a:t>
            </a:r>
            <a:r>
              <a:rPr lang="en-GB" sz="1900" b="1" strike="noStrike" spc="-1">
                <a:solidFill>
                  <a:srgbClr val="FF0000"/>
                </a:solidFill>
                <a:latin typeface="Lucida Sans Unicode"/>
              </a:rPr>
              <a:t>X/whale</a:t>
            </a:r>
            <a:r>
              <a:rPr lang="en-GB" sz="1900" b="0" strike="noStrike" spc="-1">
                <a:solidFill>
                  <a:srgbClr val="000000"/>
                </a:solidFill>
                <a:latin typeface="Lucida Sans Unicode"/>
              </a:rPr>
              <a:t>; </a:t>
            </a:r>
            <a:r>
              <a:rPr lang="en-GB" sz="1900" b="1" strike="noStrike" spc="-1">
                <a:solidFill>
                  <a:srgbClr val="FF0000"/>
                </a:solidFill>
                <a:latin typeface="Lucida Sans Unicode"/>
              </a:rPr>
              <a:t>Y/fish</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isa(X,Y) and isa(P,Q) ..... </a:t>
            </a:r>
            <a:r>
              <a:rPr lang="en-GB" sz="1900" b="1" strike="noStrike" spc="-1">
                <a:solidFill>
                  <a:srgbClr val="FF0000"/>
                </a:solidFill>
                <a:latin typeface="Lucida Sans Unicode"/>
              </a:rPr>
              <a:t>X/P</a:t>
            </a:r>
            <a:r>
              <a:rPr lang="en-GB" sz="1900" b="0" strike="noStrike" spc="-1">
                <a:solidFill>
                  <a:srgbClr val="000000"/>
                </a:solidFill>
                <a:latin typeface="Lucida Sans Unicode"/>
              </a:rPr>
              <a:t> or </a:t>
            </a:r>
            <a:r>
              <a:rPr lang="en-GB" sz="1900" b="1" strike="noStrike" spc="-1">
                <a:solidFill>
                  <a:srgbClr val="FF0000"/>
                </a:solidFill>
                <a:latin typeface="Lucida Sans Unicode"/>
              </a:rPr>
              <a:t>P/X</a:t>
            </a:r>
            <a:r>
              <a:rPr lang="en-GB" sz="1900" b="0" strike="noStrike" spc="-1">
                <a:solidFill>
                  <a:srgbClr val="000000"/>
                </a:solidFill>
                <a:latin typeface="Lucida Sans Unicode"/>
              </a:rPr>
              <a:t>; </a:t>
            </a:r>
            <a:r>
              <a:rPr lang="en-GB" sz="1900" b="1" strike="noStrike" spc="-1">
                <a:solidFill>
                  <a:srgbClr val="FF0000"/>
                </a:solidFill>
                <a:latin typeface="Lucida Sans Unicode"/>
              </a:rPr>
              <a:t>Y/Q</a:t>
            </a:r>
            <a:r>
              <a:rPr lang="en-GB" sz="1900" b="0" strike="noStrike" spc="-1">
                <a:solidFill>
                  <a:srgbClr val="000000"/>
                </a:solidFill>
                <a:latin typeface="Lucida Sans Unicode"/>
              </a:rPr>
              <a:t> or </a:t>
            </a:r>
            <a:r>
              <a:rPr lang="en-GB" sz="1900" b="1" strike="noStrike" spc="-1">
                <a:solidFill>
                  <a:srgbClr val="FF0000"/>
                </a:solidFill>
                <a:latin typeface="Lucida Sans Unicode"/>
              </a:rPr>
              <a:t>Q/Y</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isa(X,Mammal) and isa(Whale,mammal) .....  </a:t>
            </a:r>
            <a:r>
              <a:rPr lang="en-GB" sz="1900" b="1" strike="noStrike" spc="-1">
                <a:solidFill>
                  <a:srgbClr val="FF0000"/>
                </a:solidFill>
                <a:latin typeface="Lucida Sans Unicode"/>
              </a:rPr>
              <a:t>X/Whale</a:t>
            </a:r>
            <a:r>
              <a:rPr lang="en-GB" sz="1900" b="0" strike="noStrike" spc="-1">
                <a:solidFill>
                  <a:srgbClr val="000000"/>
                </a:solidFill>
                <a:latin typeface="Lucida Sans Unicode"/>
              </a:rPr>
              <a:t> or </a:t>
            </a:r>
            <a:r>
              <a:rPr lang="en-GB" sz="1900" b="1" strike="noStrike" spc="-1">
                <a:solidFill>
                  <a:srgbClr val="FF0000"/>
                </a:solidFill>
                <a:latin typeface="Lucida Sans Unicode"/>
              </a:rPr>
              <a:t>Whale/X</a:t>
            </a:r>
            <a:r>
              <a:rPr lang="en-GB" sz="1900" b="0" strike="noStrike" spc="-1">
                <a:solidFill>
                  <a:srgbClr val="000000"/>
                </a:solidFill>
                <a:latin typeface="Lucida Sans Unicode"/>
              </a:rPr>
              <a:t>; </a:t>
            </a:r>
            <a:r>
              <a:rPr lang="en-GB" sz="1900" b="1" strike="noStrike" spc="-1">
                <a:solidFill>
                  <a:srgbClr val="FF0000"/>
                </a:solidFill>
                <a:latin typeface="Lucida Sans Unicode"/>
              </a:rPr>
              <a:t>Mammal/mammal</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isa(X,Y) and isa(whale,X) ..... </a:t>
            </a:r>
            <a:r>
              <a:rPr lang="en-GB" sz="1900" b="1" strike="noStrike" spc="-1">
                <a:solidFill>
                  <a:srgbClr val="FF0000"/>
                </a:solidFill>
                <a:latin typeface="Lucida Sans Unicode"/>
              </a:rPr>
              <a:t>X/whale</a:t>
            </a:r>
            <a:r>
              <a:rPr lang="en-GB" sz="1900" b="0" strike="noStrike" spc="-1">
                <a:solidFill>
                  <a:srgbClr val="000000"/>
                </a:solidFill>
                <a:latin typeface="Lucida Sans Unicode"/>
              </a:rPr>
              <a:t>; </a:t>
            </a:r>
            <a:r>
              <a:rPr lang="en-GB" sz="1900" b="1" strike="noStrike" spc="-1">
                <a:solidFill>
                  <a:srgbClr val="FF0000"/>
                </a:solidFill>
                <a:latin typeface="Lucida Sans Unicode"/>
              </a:rPr>
              <a:t>Y/whale</a:t>
            </a:r>
            <a:endParaRPr lang="en-US" sz="1900" b="0" strike="noStrike" spc="-1">
              <a:solidFill>
                <a:srgbClr val="000000"/>
              </a:solidFill>
              <a:latin typeface="Lucida Sans Unicode"/>
            </a:endParaRPr>
          </a:p>
          <a:p>
            <a:endParaRPr lang="en-US" sz="1900" b="0" strike="noStrike" spc="-1">
              <a:solidFill>
                <a:srgbClr val="000000"/>
              </a:solidFill>
              <a:latin typeface="Lucida Sans Unicode"/>
            </a:endParaRPr>
          </a:p>
        </p:txBody>
      </p:sp>
      <p:sp>
        <p:nvSpPr>
          <p:cNvPr id="200"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Concept 3: Unification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1" presetClass="entr" fill="hold" nodeType="clickEffect">
                                  <p:stCondLst>
                                    <p:cond delay="0"/>
                                  </p:stCondLst>
                                  <p:iterate type="lt">
                                    <p:tmAbs val="100"/>
                                  </p:iterate>
                                  <p:childTnLst>
                                    <p:set>
                                      <p:cBhvr>
                                        <p:cTn id="6" dur="1" fill="hold">
                                          <p:stCondLst>
                                            <p:cond delay="0"/>
                                          </p:stCondLst>
                                        </p:cTn>
                                        <p:tgtEl>
                                          <p:spTgt spid="199">
                                            <p:txEl>
                                              <p:pRg st="2" end="2"/>
                                            </p:txEl>
                                          </p:spTgt>
                                        </p:tgtEl>
                                        <p:attrNameLst>
                                          <p:attrName>style.visibility</p:attrName>
                                        </p:attrNameLst>
                                      </p:cBhvr>
                                      <p:to>
                                        <p:strVal val="visible"/>
                                      </p:to>
                                    </p:set>
                                    <p:anim calcmode="lin" valueType="num">
                                      <p:cBhvr additive="repl">
                                        <p:cTn id="7" dur="500" fill="hold"/>
                                        <p:tgtEl>
                                          <p:spTgt spid="199">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8" dur="500" fill="hold"/>
                                        <p:tgtEl>
                                          <p:spTgt spid="199">
                                            <p:txEl>
                                              <p:pRg st="2" end="2"/>
                                            </p:txEl>
                                          </p:spTgt>
                                        </p:tgtEl>
                                        <p:attrNameLst>
                                          <p:attrName>ppt_y</p:attrName>
                                        </p:attrNameLst>
                                      </p:cBhvr>
                                      <p:tavLst>
                                        <p:tav tm="0">
                                          <p:val>
                                            <p:strVal val="#ppt_y"/>
                                          </p:val>
                                        </p:tav>
                                        <p:tav tm="100000">
                                          <p:val>
                                            <p:strVal val="#ppt_y"/>
                                          </p:val>
                                        </p:tav>
                                      </p:tavLst>
                                    </p:anim>
                                    <p:anim calcmode="lin" valueType="num">
                                      <p:cBhvr additive="repl">
                                        <p:cTn id="9" dur="500" fill="hold"/>
                                        <p:tgtEl>
                                          <p:spTgt spid="199">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10" dur="500" fill="hold"/>
                                        <p:tgtEl>
                                          <p:spTgt spid="199">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11" dur="500"/>
                                        <p:tgtEl>
                                          <p:spTgt spid="199">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1" presetClass="entr" fill="hold" nodeType="clickEffect">
                                  <p:stCondLst>
                                    <p:cond delay="0"/>
                                  </p:stCondLst>
                                  <p:iterate type="lt">
                                    <p:tmAbs val="100"/>
                                  </p:iterate>
                                  <p:childTnLst>
                                    <p:set>
                                      <p:cBhvr>
                                        <p:cTn id="15" dur="1" fill="hold">
                                          <p:stCondLst>
                                            <p:cond delay="0"/>
                                          </p:stCondLst>
                                        </p:cTn>
                                        <p:tgtEl>
                                          <p:spTgt spid="199">
                                            <p:txEl>
                                              <p:pRg st="3" end="3"/>
                                            </p:txEl>
                                          </p:spTgt>
                                        </p:tgtEl>
                                        <p:attrNameLst>
                                          <p:attrName>style.visibility</p:attrName>
                                        </p:attrNameLst>
                                      </p:cBhvr>
                                      <p:to>
                                        <p:strVal val="visible"/>
                                      </p:to>
                                    </p:set>
                                    <p:anim calcmode="lin" valueType="num">
                                      <p:cBhvr additive="repl">
                                        <p:cTn id="16" dur="500" fill="hold"/>
                                        <p:tgtEl>
                                          <p:spTgt spid="199">
                                            <p:txEl>
                                              <p:pRg st="3" end="3"/>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17" dur="500" fill="hold"/>
                                        <p:tgtEl>
                                          <p:spTgt spid="199">
                                            <p:txEl>
                                              <p:pRg st="3" end="3"/>
                                            </p:txEl>
                                          </p:spTgt>
                                        </p:tgtEl>
                                        <p:attrNameLst>
                                          <p:attrName>ppt_y</p:attrName>
                                        </p:attrNameLst>
                                      </p:cBhvr>
                                      <p:tavLst>
                                        <p:tav tm="0">
                                          <p:val>
                                            <p:strVal val="#ppt_y"/>
                                          </p:val>
                                        </p:tav>
                                        <p:tav tm="100000">
                                          <p:val>
                                            <p:strVal val="#ppt_y"/>
                                          </p:val>
                                        </p:tav>
                                      </p:tavLst>
                                    </p:anim>
                                    <p:anim calcmode="lin" valueType="num">
                                      <p:cBhvr additive="repl">
                                        <p:cTn id="18" dur="500" fill="hold"/>
                                        <p:tgtEl>
                                          <p:spTgt spid="199">
                                            <p:txEl>
                                              <p:pRg st="3" end="3"/>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19" dur="500" fill="hold"/>
                                        <p:tgtEl>
                                          <p:spTgt spid="199">
                                            <p:txEl>
                                              <p:pRg st="3" end="3"/>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20" dur="500"/>
                                        <p:tgtEl>
                                          <p:spTgt spid="19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1" presetClass="entr" fill="hold" nodeType="clickEffect">
                                  <p:stCondLst>
                                    <p:cond delay="0"/>
                                  </p:stCondLst>
                                  <p:iterate type="lt">
                                    <p:tmAbs val="100"/>
                                  </p:iterate>
                                  <p:childTnLst>
                                    <p:set>
                                      <p:cBhvr>
                                        <p:cTn id="24" dur="1" fill="hold">
                                          <p:stCondLst>
                                            <p:cond delay="0"/>
                                          </p:stCondLst>
                                        </p:cTn>
                                        <p:tgtEl>
                                          <p:spTgt spid="199">
                                            <p:txEl>
                                              <p:pRg st="4" end="4"/>
                                            </p:txEl>
                                          </p:spTgt>
                                        </p:tgtEl>
                                        <p:attrNameLst>
                                          <p:attrName>style.visibility</p:attrName>
                                        </p:attrNameLst>
                                      </p:cBhvr>
                                      <p:to>
                                        <p:strVal val="visible"/>
                                      </p:to>
                                    </p:set>
                                    <p:anim calcmode="lin" valueType="num">
                                      <p:cBhvr additive="repl">
                                        <p:cTn id="25" dur="500" fill="hold"/>
                                        <p:tgtEl>
                                          <p:spTgt spid="199">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26" dur="500" fill="hold"/>
                                        <p:tgtEl>
                                          <p:spTgt spid="199">
                                            <p:txEl>
                                              <p:pRg st="4" end="4"/>
                                            </p:txEl>
                                          </p:spTgt>
                                        </p:tgtEl>
                                        <p:attrNameLst>
                                          <p:attrName>ppt_y</p:attrName>
                                        </p:attrNameLst>
                                      </p:cBhvr>
                                      <p:tavLst>
                                        <p:tav tm="0">
                                          <p:val>
                                            <p:strVal val="#ppt_y"/>
                                          </p:val>
                                        </p:tav>
                                        <p:tav tm="100000">
                                          <p:val>
                                            <p:strVal val="#ppt_y"/>
                                          </p:val>
                                        </p:tav>
                                      </p:tavLst>
                                    </p:anim>
                                    <p:anim calcmode="lin" valueType="num">
                                      <p:cBhvr additive="repl">
                                        <p:cTn id="27" dur="500" fill="hold"/>
                                        <p:tgtEl>
                                          <p:spTgt spid="199">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28" dur="500" fill="hold"/>
                                        <p:tgtEl>
                                          <p:spTgt spid="199">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29" dur="500"/>
                                        <p:tgtEl>
                                          <p:spTgt spid="19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1" presetClass="entr" fill="hold" nodeType="clickEffect">
                                  <p:stCondLst>
                                    <p:cond delay="0"/>
                                  </p:stCondLst>
                                  <p:iterate type="lt">
                                    <p:tmAbs val="100"/>
                                  </p:iterate>
                                  <p:childTnLst>
                                    <p:set>
                                      <p:cBhvr>
                                        <p:cTn id="33" dur="1" fill="hold">
                                          <p:stCondLst>
                                            <p:cond delay="0"/>
                                          </p:stCondLst>
                                        </p:cTn>
                                        <p:tgtEl>
                                          <p:spTgt spid="199">
                                            <p:txEl>
                                              <p:pRg st="5" end="5"/>
                                            </p:txEl>
                                          </p:spTgt>
                                        </p:tgtEl>
                                        <p:attrNameLst>
                                          <p:attrName>style.visibility</p:attrName>
                                        </p:attrNameLst>
                                      </p:cBhvr>
                                      <p:to>
                                        <p:strVal val="visible"/>
                                      </p:to>
                                    </p:set>
                                    <p:anim calcmode="lin" valueType="num">
                                      <p:cBhvr additive="repl">
                                        <p:cTn id="34" dur="500" fill="hold"/>
                                        <p:tgtEl>
                                          <p:spTgt spid="199">
                                            <p:txEl>
                                              <p:pRg st="5" end="5"/>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35" dur="500" fill="hold"/>
                                        <p:tgtEl>
                                          <p:spTgt spid="199">
                                            <p:txEl>
                                              <p:pRg st="5" end="5"/>
                                            </p:txEl>
                                          </p:spTgt>
                                        </p:tgtEl>
                                        <p:attrNameLst>
                                          <p:attrName>ppt_y</p:attrName>
                                        </p:attrNameLst>
                                      </p:cBhvr>
                                      <p:tavLst>
                                        <p:tav tm="0">
                                          <p:val>
                                            <p:strVal val="#ppt_y"/>
                                          </p:val>
                                        </p:tav>
                                        <p:tav tm="100000">
                                          <p:val>
                                            <p:strVal val="#ppt_y"/>
                                          </p:val>
                                        </p:tav>
                                      </p:tavLst>
                                    </p:anim>
                                    <p:anim calcmode="lin" valueType="num">
                                      <p:cBhvr additive="repl">
                                        <p:cTn id="36" dur="500" fill="hold"/>
                                        <p:tgtEl>
                                          <p:spTgt spid="199">
                                            <p:txEl>
                                              <p:pRg st="5" end="5"/>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37" dur="500" fill="hold"/>
                                        <p:tgtEl>
                                          <p:spTgt spid="199">
                                            <p:txEl>
                                              <p:pRg st="5" end="5"/>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38" dur="500"/>
                                        <p:tgtEl>
                                          <p:spTgt spid="19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1" presetClass="entr" fill="hold" nodeType="clickEffect">
                                  <p:stCondLst>
                                    <p:cond delay="0"/>
                                  </p:stCondLst>
                                  <p:iterate type="lt">
                                    <p:tmAbs val="100"/>
                                  </p:iterate>
                                  <p:childTnLst>
                                    <p:set>
                                      <p:cBhvr>
                                        <p:cTn id="42" dur="1" fill="hold">
                                          <p:stCondLst>
                                            <p:cond delay="0"/>
                                          </p:stCondLst>
                                        </p:cTn>
                                        <p:tgtEl>
                                          <p:spTgt spid="199">
                                            <p:txEl>
                                              <p:pRg st="6" end="6"/>
                                            </p:txEl>
                                          </p:spTgt>
                                        </p:tgtEl>
                                        <p:attrNameLst>
                                          <p:attrName>style.visibility</p:attrName>
                                        </p:attrNameLst>
                                      </p:cBhvr>
                                      <p:to>
                                        <p:strVal val="visible"/>
                                      </p:to>
                                    </p:set>
                                    <p:anim calcmode="lin" valueType="num">
                                      <p:cBhvr additive="repl">
                                        <p:cTn id="43" dur="500" fill="hold"/>
                                        <p:tgtEl>
                                          <p:spTgt spid="199">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44" dur="500" fill="hold"/>
                                        <p:tgtEl>
                                          <p:spTgt spid="199">
                                            <p:txEl>
                                              <p:pRg st="6" end="6"/>
                                            </p:txEl>
                                          </p:spTgt>
                                        </p:tgtEl>
                                        <p:attrNameLst>
                                          <p:attrName>ppt_y</p:attrName>
                                        </p:attrNameLst>
                                      </p:cBhvr>
                                      <p:tavLst>
                                        <p:tav tm="0">
                                          <p:val>
                                            <p:strVal val="#ppt_y"/>
                                          </p:val>
                                        </p:tav>
                                        <p:tav tm="100000">
                                          <p:val>
                                            <p:strVal val="#ppt_y"/>
                                          </p:val>
                                        </p:tav>
                                      </p:tavLst>
                                    </p:anim>
                                    <p:anim calcmode="lin" valueType="num">
                                      <p:cBhvr additive="repl">
                                        <p:cTn id="45" dur="500" fill="hold"/>
                                        <p:tgtEl>
                                          <p:spTgt spid="199">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46" dur="500" fill="hold"/>
                                        <p:tgtEl>
                                          <p:spTgt spid="199">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47" dur="500"/>
                                        <p:tgtEl>
                                          <p:spTgt spid="199">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1" presetClass="entr" fill="hold" nodeType="clickEffect">
                                  <p:stCondLst>
                                    <p:cond delay="0"/>
                                  </p:stCondLst>
                                  <p:iterate type="lt">
                                    <p:tmAbs val="100"/>
                                  </p:iterate>
                                  <p:childTnLst>
                                    <p:set>
                                      <p:cBhvr>
                                        <p:cTn id="51" dur="1" fill="hold">
                                          <p:stCondLst>
                                            <p:cond delay="0"/>
                                          </p:stCondLst>
                                        </p:cTn>
                                        <p:tgtEl>
                                          <p:spTgt spid="199">
                                            <p:txEl>
                                              <p:pRg st="7" end="7"/>
                                            </p:txEl>
                                          </p:spTgt>
                                        </p:tgtEl>
                                        <p:attrNameLst>
                                          <p:attrName>style.visibility</p:attrName>
                                        </p:attrNameLst>
                                      </p:cBhvr>
                                      <p:to>
                                        <p:strVal val="visible"/>
                                      </p:to>
                                    </p:set>
                                    <p:anim calcmode="lin" valueType="num">
                                      <p:cBhvr additive="repl">
                                        <p:cTn id="52" dur="500" fill="hold"/>
                                        <p:tgtEl>
                                          <p:spTgt spid="199">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53" dur="500" fill="hold"/>
                                        <p:tgtEl>
                                          <p:spTgt spid="199">
                                            <p:txEl>
                                              <p:pRg st="7" end="7"/>
                                            </p:txEl>
                                          </p:spTgt>
                                        </p:tgtEl>
                                        <p:attrNameLst>
                                          <p:attrName>ppt_y</p:attrName>
                                        </p:attrNameLst>
                                      </p:cBhvr>
                                      <p:tavLst>
                                        <p:tav tm="0">
                                          <p:val>
                                            <p:strVal val="#ppt_y"/>
                                          </p:val>
                                        </p:tav>
                                        <p:tav tm="100000">
                                          <p:val>
                                            <p:strVal val="#ppt_y"/>
                                          </p:val>
                                        </p:tav>
                                      </p:tavLst>
                                    </p:anim>
                                    <p:anim calcmode="lin" valueType="num">
                                      <p:cBhvr additive="repl">
                                        <p:cTn id="54" dur="500" fill="hold"/>
                                        <p:tgtEl>
                                          <p:spTgt spid="199">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55" dur="500" fill="hold"/>
                                        <p:tgtEl>
                                          <p:spTgt spid="199">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56" dur="500"/>
                                        <p:tgtEl>
                                          <p:spTgt spid="199">
                                            <p:txEl>
                                              <p:pRg st="7" end="7"/>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41" presetClass="entr" fill="hold" nodeType="clickEffect">
                                  <p:stCondLst>
                                    <p:cond delay="0"/>
                                  </p:stCondLst>
                                  <p:iterate type="lt">
                                    <p:tmAbs val="100"/>
                                  </p:iterate>
                                  <p:childTnLst>
                                    <p:set>
                                      <p:cBhvr>
                                        <p:cTn id="60" dur="1" fill="hold">
                                          <p:stCondLst>
                                            <p:cond delay="0"/>
                                          </p:stCondLst>
                                        </p:cTn>
                                        <p:tgtEl>
                                          <p:spTgt spid="199">
                                            <p:txEl>
                                              <p:pRg st="8" end="8"/>
                                            </p:txEl>
                                          </p:spTgt>
                                        </p:tgtEl>
                                        <p:attrNameLst>
                                          <p:attrName>style.visibility</p:attrName>
                                        </p:attrNameLst>
                                      </p:cBhvr>
                                      <p:to>
                                        <p:strVal val="visible"/>
                                      </p:to>
                                    </p:set>
                                    <p:anim calcmode="lin" valueType="num">
                                      <p:cBhvr additive="repl">
                                        <p:cTn id="61" dur="500" fill="hold"/>
                                        <p:tgtEl>
                                          <p:spTgt spid="199">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62" dur="500" fill="hold"/>
                                        <p:tgtEl>
                                          <p:spTgt spid="199">
                                            <p:txEl>
                                              <p:pRg st="8" end="8"/>
                                            </p:txEl>
                                          </p:spTgt>
                                        </p:tgtEl>
                                        <p:attrNameLst>
                                          <p:attrName>ppt_y</p:attrName>
                                        </p:attrNameLst>
                                      </p:cBhvr>
                                      <p:tavLst>
                                        <p:tav tm="0">
                                          <p:val>
                                            <p:strVal val="#ppt_y"/>
                                          </p:val>
                                        </p:tav>
                                        <p:tav tm="100000">
                                          <p:val>
                                            <p:strVal val="#ppt_y"/>
                                          </p:val>
                                        </p:tav>
                                      </p:tavLst>
                                    </p:anim>
                                    <p:anim calcmode="lin" valueType="num">
                                      <p:cBhvr additive="repl">
                                        <p:cTn id="63" dur="500" fill="hold"/>
                                        <p:tgtEl>
                                          <p:spTgt spid="199">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64" dur="500" fill="hold"/>
                                        <p:tgtEl>
                                          <p:spTgt spid="199">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65" dur="500"/>
                                        <p:tgtEl>
                                          <p:spTgt spid="1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p:nvPr>
        </p:nvSpPr>
        <p:spPr>
          <a:xfrm>
            <a:off x="516240" y="1299600"/>
            <a:ext cx="9072360" cy="407556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GB" sz="2800" b="0" strike="noStrike" spc="-1">
                <a:solidFill>
                  <a:srgbClr val="000000"/>
                </a:solidFill>
                <a:latin typeface="Lucida Sans Unicode"/>
              </a:rPr>
              <a:t>Two predicates </a:t>
            </a:r>
            <a:r>
              <a:rPr lang="en-GB" sz="2800" b="0" strike="noStrike" spc="-1">
                <a:solidFill>
                  <a:srgbClr val="00B0F0"/>
                </a:solidFill>
                <a:latin typeface="Lucida Sans Unicode"/>
              </a:rPr>
              <a:t>cannot unify</a:t>
            </a:r>
            <a:r>
              <a:rPr lang="en-GB" sz="2800" b="0" strike="noStrike" spc="-1">
                <a:solidFill>
                  <a:srgbClr val="000000"/>
                </a:solidFill>
                <a:latin typeface="Lucida Sans Unicode"/>
              </a:rPr>
              <a:t> if they failed pattern matching and/or instantiation test.</a:t>
            </a:r>
            <a:endParaRPr lang="en-US" sz="2800" b="0" strike="noStrike" spc="-1">
              <a:solidFill>
                <a:srgbClr val="000000"/>
              </a:solidFill>
              <a:latin typeface="Lucida Sans Unicode"/>
            </a:endParaRPr>
          </a:p>
          <a:p>
            <a:pPr marL="609480" indent="-609480">
              <a:lnSpc>
                <a:spcPct val="100000"/>
              </a:lnSpc>
              <a:spcBef>
                <a:spcPts val="400"/>
              </a:spcBef>
              <a:buClr>
                <a:srgbClr val="2DA2BF"/>
              </a:buClr>
              <a:buSzPct val="68000"/>
              <a:buFont typeface="Wingdings 3" charset="2"/>
              <a:buChar char=""/>
            </a:pPr>
            <a:r>
              <a:rPr lang="en-GB" sz="2800" b="0" strike="noStrike" spc="-1">
                <a:solidFill>
                  <a:srgbClr val="000000"/>
                </a:solidFill>
                <a:latin typeface="Lucida Sans Unicode"/>
              </a:rPr>
              <a:t>E.g.:</a:t>
            </a:r>
            <a:endParaRPr lang="en-US" sz="28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isa(X,mammal) and isa(whale,fish ) ..... </a:t>
            </a:r>
            <a:r>
              <a:rPr lang="en-GB" sz="1900" b="1" strike="noStrike" spc="-1">
                <a:solidFill>
                  <a:srgbClr val="00B050"/>
                </a:solidFill>
                <a:latin typeface="Lucida Sans Unicode"/>
              </a:rPr>
              <a:t>mammal </a:t>
            </a:r>
            <a:r>
              <a:rPr lang="en-GB" sz="1900" b="1" strike="noStrike" spc="-1">
                <a:solidFill>
                  <a:srgbClr val="00B050"/>
                </a:solidFill>
                <a:latin typeface="Symbol"/>
              </a:rPr>
              <a:t></a:t>
            </a:r>
            <a:r>
              <a:rPr lang="en-GB" sz="1900" b="1" strike="noStrike" spc="-1">
                <a:solidFill>
                  <a:srgbClr val="00B050"/>
                </a:solidFill>
                <a:latin typeface="Lucida Sans Unicode"/>
              </a:rPr>
              <a:t> fish</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isa(X,mammal) and is(Y,Z) ..... </a:t>
            </a:r>
            <a:r>
              <a:rPr lang="en-GB" sz="1900" b="1" strike="noStrike" spc="-1">
                <a:solidFill>
                  <a:srgbClr val="00B050"/>
                </a:solidFill>
                <a:latin typeface="Lucida Sans Unicode"/>
              </a:rPr>
              <a:t>isa </a:t>
            </a:r>
            <a:r>
              <a:rPr lang="en-GB" sz="1900" b="1" strike="noStrike" spc="-1">
                <a:solidFill>
                  <a:srgbClr val="00B050"/>
                </a:solidFill>
                <a:latin typeface="Symbol"/>
              </a:rPr>
              <a:t></a:t>
            </a:r>
            <a:r>
              <a:rPr lang="en-GB" sz="1900" b="1" strike="noStrike" spc="-1">
                <a:solidFill>
                  <a:srgbClr val="00B050"/>
                </a:solidFill>
                <a:latin typeface="Lucida Sans Unicode"/>
              </a:rPr>
              <a:t> is</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isa(X,Y) and isa(whale,mammal,animal)  ..... </a:t>
            </a:r>
            <a:r>
              <a:rPr lang="en-GB" sz="1900" b="1" strike="noStrike" spc="-1">
                <a:solidFill>
                  <a:srgbClr val="FFC000"/>
                </a:solidFill>
                <a:latin typeface="Lucida Sans Unicode"/>
              </a:rPr>
              <a:t>different # of arguments</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isa(X,X) and isa(whale,mammal) .....  </a:t>
            </a:r>
            <a:r>
              <a:rPr lang="en-GB" sz="1900" b="1" strike="noStrike" spc="-1">
                <a:solidFill>
                  <a:srgbClr val="00B050"/>
                </a:solidFill>
                <a:latin typeface="Lucida Sans Unicode"/>
              </a:rPr>
              <a:t>whale </a:t>
            </a:r>
            <a:r>
              <a:rPr lang="en-GB" sz="1900" b="1" strike="noStrike" spc="-1">
                <a:solidFill>
                  <a:srgbClr val="00B050"/>
                </a:solidFill>
                <a:latin typeface="Symbol"/>
              </a:rPr>
              <a:t></a:t>
            </a:r>
            <a:r>
              <a:rPr lang="en-GB" sz="1900" b="1" strike="noStrike" spc="-1">
                <a:solidFill>
                  <a:srgbClr val="00B050"/>
                </a:solidFill>
                <a:latin typeface="Lucida Sans Unicode"/>
              </a:rPr>
              <a:t> mammal</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isa(X,mammal) and isa(whale,X) ..... </a:t>
            </a:r>
            <a:r>
              <a:rPr lang="en-GB" sz="1900" b="1" strike="noStrike" spc="-1">
                <a:solidFill>
                  <a:srgbClr val="FF0000"/>
                </a:solidFill>
                <a:latin typeface="Lucida Sans Unicode"/>
              </a:rPr>
              <a:t>X/whale</a:t>
            </a:r>
            <a:r>
              <a:rPr lang="en-GB" sz="1900" b="0" strike="noStrike" spc="-1">
                <a:solidFill>
                  <a:srgbClr val="000000"/>
                </a:solidFill>
                <a:latin typeface="Lucida Sans Unicode"/>
              </a:rPr>
              <a:t>; </a:t>
            </a:r>
            <a:r>
              <a:rPr lang="en-GB" sz="1900" b="1" strike="noStrike" spc="-1">
                <a:solidFill>
                  <a:srgbClr val="FF0000"/>
                </a:solidFill>
                <a:latin typeface="Lucida Sans Unicode"/>
              </a:rPr>
              <a:t>X/mammal</a:t>
            </a:r>
            <a:endParaRPr lang="en-US" sz="1900" b="0" strike="noStrike" spc="-1">
              <a:solidFill>
                <a:srgbClr val="000000"/>
              </a:solidFill>
              <a:latin typeface="Lucida Sans Unicode"/>
            </a:endParaRPr>
          </a:p>
          <a:p>
            <a:pPr marL="973080" lvl="3" indent="-349200">
              <a:lnSpc>
                <a:spcPct val="100000"/>
              </a:lnSpc>
              <a:spcBef>
                <a:spcPts val="349"/>
              </a:spcBef>
              <a:buClr>
                <a:srgbClr val="DA1F28"/>
              </a:buClr>
              <a:buFont typeface="Lucida Sans Unicode"/>
              <a:buAutoNum type="arabicPeriod"/>
            </a:pPr>
            <a:r>
              <a:rPr lang="en-GB" sz="1900" b="0" strike="noStrike" spc="-1">
                <a:solidFill>
                  <a:srgbClr val="000000"/>
                </a:solidFill>
                <a:latin typeface="Lucida Sans Unicode"/>
              </a:rPr>
              <a:t>What about ‘teach(X, math) and ‘teach(she, math)’?  Are they unifying? </a:t>
            </a:r>
            <a:endParaRPr lang="en-US" sz="1900" b="0" strike="noStrike" spc="-1">
              <a:solidFill>
                <a:srgbClr val="000000"/>
              </a:solidFill>
              <a:latin typeface="Lucida Sans Unicode"/>
            </a:endParaRPr>
          </a:p>
        </p:txBody>
      </p:sp>
      <p:sp>
        <p:nvSpPr>
          <p:cNvPr id="202"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Concept 3: Unification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01">
                                            <p:txEl>
                                              <p:pRg st="1" end="1"/>
                                            </p:txEl>
                                          </p:spTgt>
                                        </p:tgtEl>
                                        <p:attrNameLst>
                                          <p:attrName>style.visibility</p:attrName>
                                        </p:attrNameLst>
                                      </p:cBhvr>
                                      <p:to>
                                        <p:strVal val="visible"/>
                                      </p:to>
                                    </p:set>
                                    <p:animEffect transition="in" filter="fade">
                                      <p:cBhvr additive="repl">
                                        <p:cTn id="7" dur="2000"/>
                                        <p:tgtEl>
                                          <p:spTgt spid="201">
                                            <p:txEl>
                                              <p:pRg st="1" end="1"/>
                                            </p:txEl>
                                          </p:spTgt>
                                        </p:tgtEl>
                                      </p:cBhvr>
                                    </p:animEffect>
                                  </p:childTnLst>
                                </p:cTn>
                              </p:par>
                              <p:par>
                                <p:cTn id="8" presetID="10" presetClass="entr" fill="hold" nodeType="withEffect">
                                  <p:stCondLst>
                                    <p:cond delay="0"/>
                                  </p:stCondLst>
                                  <p:childTnLst>
                                    <p:set>
                                      <p:cBhvr>
                                        <p:cTn id="9" dur="1" fill="hold">
                                          <p:stCondLst>
                                            <p:cond delay="0"/>
                                          </p:stCondLst>
                                        </p:cTn>
                                        <p:tgtEl>
                                          <p:spTgt spid="201">
                                            <p:txEl>
                                              <p:pRg st="2" end="2"/>
                                            </p:txEl>
                                          </p:spTgt>
                                        </p:tgtEl>
                                        <p:attrNameLst>
                                          <p:attrName>style.visibility</p:attrName>
                                        </p:attrNameLst>
                                      </p:cBhvr>
                                      <p:to>
                                        <p:strVal val="visible"/>
                                      </p:to>
                                    </p:set>
                                    <p:animEffect transition="in" filter="fade">
                                      <p:cBhvr additive="repl">
                                        <p:cTn id="10" dur="2000"/>
                                        <p:tgtEl>
                                          <p:spTgt spid="20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201">
                                            <p:txEl>
                                              <p:pRg st="3" end="3"/>
                                            </p:txEl>
                                          </p:spTgt>
                                        </p:tgtEl>
                                        <p:attrNameLst>
                                          <p:attrName>style.visibility</p:attrName>
                                        </p:attrNameLst>
                                      </p:cBhvr>
                                      <p:to>
                                        <p:strVal val="visible"/>
                                      </p:to>
                                    </p:set>
                                    <p:animEffect transition="in" filter="fade">
                                      <p:cBhvr additive="repl">
                                        <p:cTn id="15" dur="2000"/>
                                        <p:tgtEl>
                                          <p:spTgt spid="201">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fill="hold" nodeType="clickEffect">
                                  <p:stCondLst>
                                    <p:cond delay="0"/>
                                  </p:stCondLst>
                                  <p:childTnLst>
                                    <p:set>
                                      <p:cBhvr>
                                        <p:cTn id="19" dur="1" fill="hold">
                                          <p:stCondLst>
                                            <p:cond delay="0"/>
                                          </p:stCondLst>
                                        </p:cTn>
                                        <p:tgtEl>
                                          <p:spTgt spid="201">
                                            <p:txEl>
                                              <p:pRg st="4" end="4"/>
                                            </p:txEl>
                                          </p:spTgt>
                                        </p:tgtEl>
                                        <p:attrNameLst>
                                          <p:attrName>style.visibility</p:attrName>
                                        </p:attrNameLst>
                                      </p:cBhvr>
                                      <p:to>
                                        <p:strVal val="visible"/>
                                      </p:to>
                                    </p:set>
                                    <p:animEffect transition="in" filter="fade">
                                      <p:cBhvr additive="repl">
                                        <p:cTn id="20" dur="2000"/>
                                        <p:tgtEl>
                                          <p:spTgt spid="201">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fill="hold" nodeType="clickEffect">
                                  <p:stCondLst>
                                    <p:cond delay="0"/>
                                  </p:stCondLst>
                                  <p:childTnLst>
                                    <p:set>
                                      <p:cBhvr>
                                        <p:cTn id="24" dur="1" fill="hold">
                                          <p:stCondLst>
                                            <p:cond delay="0"/>
                                          </p:stCondLst>
                                        </p:cTn>
                                        <p:tgtEl>
                                          <p:spTgt spid="201">
                                            <p:txEl>
                                              <p:pRg st="5" end="5"/>
                                            </p:txEl>
                                          </p:spTgt>
                                        </p:tgtEl>
                                        <p:attrNameLst>
                                          <p:attrName>style.visibility</p:attrName>
                                        </p:attrNameLst>
                                      </p:cBhvr>
                                      <p:to>
                                        <p:strVal val="visible"/>
                                      </p:to>
                                    </p:set>
                                    <p:animEffect transition="in" filter="fade">
                                      <p:cBhvr additive="repl">
                                        <p:cTn id="25" dur="2000"/>
                                        <p:tgtEl>
                                          <p:spTgt spid="201">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nodeType="clickEffect">
                                  <p:stCondLst>
                                    <p:cond delay="0"/>
                                  </p:stCondLst>
                                  <p:childTnLst>
                                    <p:set>
                                      <p:cBhvr>
                                        <p:cTn id="29" dur="1" fill="hold">
                                          <p:stCondLst>
                                            <p:cond delay="0"/>
                                          </p:stCondLst>
                                        </p:cTn>
                                        <p:tgtEl>
                                          <p:spTgt spid="201">
                                            <p:txEl>
                                              <p:pRg st="6" end="6"/>
                                            </p:txEl>
                                          </p:spTgt>
                                        </p:tgtEl>
                                        <p:attrNameLst>
                                          <p:attrName>style.visibility</p:attrName>
                                        </p:attrNameLst>
                                      </p:cBhvr>
                                      <p:to>
                                        <p:strVal val="visible"/>
                                      </p:to>
                                    </p:set>
                                    <p:animEffect transition="in" filter="fade">
                                      <p:cBhvr additive="repl">
                                        <p:cTn id="30" dur="2000"/>
                                        <p:tgtEl>
                                          <p:spTgt spid="201">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fill="hold" nodeType="clickEffect">
                                  <p:stCondLst>
                                    <p:cond delay="0"/>
                                  </p:stCondLst>
                                  <p:childTnLst>
                                    <p:set>
                                      <p:cBhvr>
                                        <p:cTn id="34" dur="1" fill="hold">
                                          <p:stCondLst>
                                            <p:cond delay="0"/>
                                          </p:stCondLst>
                                        </p:cTn>
                                        <p:tgtEl>
                                          <p:spTgt spid="201">
                                            <p:txEl>
                                              <p:pRg st="7" end="7"/>
                                            </p:txEl>
                                          </p:spTgt>
                                        </p:tgtEl>
                                        <p:attrNameLst>
                                          <p:attrName>style.visibility</p:attrName>
                                        </p:attrNameLst>
                                      </p:cBhvr>
                                      <p:to>
                                        <p:strVal val="visible"/>
                                      </p:to>
                                    </p:set>
                                    <p:animEffect transition="in" filter="fade">
                                      <p:cBhvr additive="repl">
                                        <p:cTn id="35" dur="2000"/>
                                        <p:tgtEl>
                                          <p:spTgt spid="20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p:nvPr>
        </p:nvSpPr>
        <p:spPr>
          <a:xfrm>
            <a:off x="504000" y="1224720"/>
            <a:ext cx="9072360" cy="3742200"/>
          </a:xfrm>
          <a:prstGeom prst="rect">
            <a:avLst/>
          </a:prstGeom>
          <a:noFill/>
          <a:ln w="0">
            <a:noFill/>
          </a:ln>
        </p:spPr>
        <p:txBody>
          <a:bodyPr lIns="90000" tIns="45000" rIns="90000" bIns="45000" anchor="t">
            <a:normAutofit fontScale="86500" lnSpcReduction="20000"/>
          </a:bodyPr>
          <a:lstStyle/>
          <a:p>
            <a:pPr marL="365760" indent="-255960">
              <a:lnSpc>
                <a:spcPct val="100000"/>
              </a:lnSpc>
              <a:spcBef>
                <a:spcPts val="400"/>
              </a:spcBef>
              <a:buClr>
                <a:srgbClr val="2DA2BF"/>
              </a:buClr>
              <a:buSzPct val="68000"/>
              <a:buFont typeface="Wingdings 3" charset="2"/>
              <a:buChar char=""/>
            </a:pPr>
            <a:r>
              <a:rPr lang="en-US" sz="2700" b="0" strike="noStrike" spc="-1">
                <a:solidFill>
                  <a:srgbClr val="0070C0"/>
                </a:solidFill>
                <a:latin typeface="Lucida Sans Unicode"/>
              </a:rPr>
              <a:t>4 techniques:</a:t>
            </a:r>
            <a:endParaRPr lang="en-US" sz="2700" b="0" strike="noStrike" spc="-1">
              <a:solidFill>
                <a:srgbClr val="000000"/>
              </a:solidFill>
              <a:latin typeface="Lucida Sans Unicode"/>
            </a:endParaRPr>
          </a:p>
          <a:p>
            <a:pPr marL="621720" indent="-228600">
              <a:lnSpc>
                <a:spcPct val="100000"/>
              </a:lnSpc>
              <a:spcBef>
                <a:spcPts val="323"/>
              </a:spcBef>
              <a:buNone/>
              <a:tabLst>
                <a:tab pos="0" algn="l"/>
              </a:tabLst>
            </a:pPr>
            <a:endParaRPr lang="en-US" sz="2300" b="0" strike="noStrike" spc="-1">
              <a:solidFill>
                <a:srgbClr val="000000"/>
              </a:solidFill>
              <a:latin typeface="Lucida Sans Unicode"/>
            </a:endParaRPr>
          </a:p>
          <a:p>
            <a:pPr marL="621720" indent="-228600">
              <a:lnSpc>
                <a:spcPct val="100000"/>
              </a:lnSpc>
              <a:spcBef>
                <a:spcPts val="323"/>
              </a:spcBef>
              <a:buNone/>
              <a:tabLst>
                <a:tab pos="0" algn="l"/>
              </a:tabLst>
            </a:pPr>
            <a:endParaRPr lang="en-US" sz="2300" b="0" strike="noStrike" spc="-1">
              <a:solidFill>
                <a:srgbClr val="000000"/>
              </a:solidFill>
              <a:latin typeface="Lucida Sans Unicode"/>
            </a:endParaRPr>
          </a:p>
          <a:p>
            <a:pPr marL="621720" indent="-228600">
              <a:lnSpc>
                <a:spcPct val="100000"/>
              </a:lnSpc>
              <a:spcBef>
                <a:spcPts val="323"/>
              </a:spcBef>
              <a:buNone/>
              <a:tabLst>
                <a:tab pos="0" algn="l"/>
              </a:tabLst>
            </a:pPr>
            <a:endParaRPr lang="en-US" sz="2300" b="0" strike="noStrike" spc="-1">
              <a:solidFill>
                <a:srgbClr val="000000"/>
              </a:solidFill>
              <a:latin typeface="Lucida Sans Unicode"/>
            </a:endParaRPr>
          </a:p>
          <a:p>
            <a:pPr marL="621720" indent="-228600">
              <a:lnSpc>
                <a:spcPct val="100000"/>
              </a:lnSpc>
              <a:spcBef>
                <a:spcPts val="323"/>
              </a:spcBef>
              <a:buNone/>
              <a:tabLst>
                <a:tab pos="0" algn="l"/>
              </a:tabLst>
            </a:pPr>
            <a:endParaRPr lang="en-US" sz="2300" b="0" strike="noStrike" spc="-1">
              <a:solidFill>
                <a:srgbClr val="000000"/>
              </a:solidFill>
              <a:latin typeface="Lucida Sans Unicode"/>
            </a:endParaRPr>
          </a:p>
          <a:p>
            <a:pPr marL="621720" indent="-228600">
              <a:lnSpc>
                <a:spcPct val="100000"/>
              </a:lnSpc>
              <a:spcBef>
                <a:spcPts val="323"/>
              </a:spcBef>
              <a:buNone/>
              <a:tabLst>
                <a:tab pos="0" algn="l"/>
              </a:tabLst>
            </a:pPr>
            <a:endParaRPr lang="en-US" sz="2300" b="0" strike="noStrike" spc="-1">
              <a:solidFill>
                <a:srgbClr val="000000"/>
              </a:solidFill>
              <a:latin typeface="Lucida Sans Unicode"/>
            </a:endParaRPr>
          </a:p>
          <a:p>
            <a:pPr>
              <a:lnSpc>
                <a:spcPct val="100000"/>
              </a:lnSpc>
              <a:spcBef>
                <a:spcPts val="400"/>
              </a:spcBef>
              <a:buNone/>
              <a:tabLst>
                <a:tab pos="0" algn="l"/>
              </a:tabLst>
            </a:pPr>
            <a:endParaRPr lang="en-US" sz="2800" b="0" strike="noStrike" spc="-1">
              <a:solidFill>
                <a:srgbClr val="000000"/>
              </a:solidFill>
              <a:latin typeface="Lucida Sans Unicode"/>
            </a:endParaRPr>
          </a:p>
          <a:p>
            <a:pPr>
              <a:lnSpc>
                <a:spcPct val="100000"/>
              </a:lnSpc>
              <a:spcBef>
                <a:spcPts val="400"/>
              </a:spcBef>
              <a:buNone/>
              <a:tabLst>
                <a:tab pos="0" algn="l"/>
              </a:tabLst>
            </a:pPr>
            <a:endParaRPr lang="en-US" sz="2800" b="0" strike="noStrike" spc="-1">
              <a:solidFill>
                <a:srgbClr val="000000"/>
              </a:solidFill>
              <a:latin typeface="Lucida Sans Unicode"/>
            </a:endParaRPr>
          </a:p>
          <a:p>
            <a:pPr marL="365760" indent="-255960">
              <a:lnSpc>
                <a:spcPct val="100000"/>
              </a:lnSpc>
              <a:spcBef>
                <a:spcPts val="400"/>
              </a:spcBef>
              <a:buClr>
                <a:srgbClr val="2DA2BF"/>
              </a:buClr>
              <a:buSzPct val="68000"/>
              <a:buFont typeface="Wingdings 3" charset="2"/>
              <a:buChar char=""/>
              <a:tabLst>
                <a:tab pos="0" algn="l"/>
              </a:tabLst>
            </a:pPr>
            <a:r>
              <a:rPr lang="en-US" sz="2800" b="0" strike="noStrike" spc="-1">
                <a:solidFill>
                  <a:srgbClr val="000000"/>
                </a:solidFill>
                <a:latin typeface="Lucida Sans Unicode"/>
              </a:rPr>
              <a:t>Besides, there are also </a:t>
            </a:r>
            <a:r>
              <a:rPr lang="en-US" sz="2800" b="0" strike="noStrike" spc="-1">
                <a:solidFill>
                  <a:srgbClr val="0070C0"/>
                </a:solidFill>
                <a:latin typeface="Lucida Sans Unicode"/>
              </a:rPr>
              <a:t>2 control strategies</a:t>
            </a:r>
            <a:r>
              <a:rPr lang="en-US" sz="2800" b="0" strike="noStrike" spc="-1">
                <a:solidFill>
                  <a:srgbClr val="000000"/>
                </a:solidFill>
                <a:latin typeface="Lucida Sans Unicode"/>
              </a:rPr>
              <a:t>:</a:t>
            </a:r>
          </a:p>
          <a:p>
            <a:pPr marL="621720" lvl="1" indent="-228600">
              <a:lnSpc>
                <a:spcPct val="100000"/>
              </a:lnSpc>
              <a:spcBef>
                <a:spcPts val="323"/>
              </a:spcBef>
              <a:buClr>
                <a:srgbClr val="2DA2BF"/>
              </a:buClr>
              <a:buFont typeface="Verdana"/>
              <a:buChar char="◦"/>
              <a:tabLst>
                <a:tab pos="0" algn="l"/>
              </a:tabLst>
            </a:pPr>
            <a:r>
              <a:rPr lang="en-US" sz="2400" b="0" strike="noStrike" spc="-1">
                <a:solidFill>
                  <a:srgbClr val="000000"/>
                </a:solidFill>
                <a:latin typeface="Lucida Sans Unicode"/>
              </a:rPr>
              <a:t>Forward chaining</a:t>
            </a:r>
          </a:p>
          <a:p>
            <a:pPr marL="621720" lvl="1" indent="-228600">
              <a:lnSpc>
                <a:spcPct val="100000"/>
              </a:lnSpc>
              <a:spcBef>
                <a:spcPts val="323"/>
              </a:spcBef>
              <a:buClr>
                <a:srgbClr val="2DA2BF"/>
              </a:buClr>
              <a:buFont typeface="Verdana"/>
              <a:buChar char="◦"/>
              <a:tabLst>
                <a:tab pos="0" algn="l"/>
              </a:tabLst>
            </a:pPr>
            <a:r>
              <a:rPr lang="en-US" sz="2400" b="0" strike="noStrike" spc="-1">
                <a:solidFill>
                  <a:srgbClr val="000000"/>
                </a:solidFill>
                <a:latin typeface="Lucida Sans Unicode"/>
              </a:rPr>
              <a:t>Backward chaining</a:t>
            </a:r>
          </a:p>
        </p:txBody>
      </p:sp>
      <p:sp>
        <p:nvSpPr>
          <p:cNvPr id="204"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Inference Technique</a:t>
            </a:r>
            <a:endParaRPr lang="en-US" sz="4100" b="0" strike="noStrike" spc="-1">
              <a:solidFill>
                <a:srgbClr val="000000"/>
              </a:solidFill>
              <a:latin typeface="Franklin Gothic Medium"/>
            </a:endParaRPr>
          </a:p>
        </p:txBody>
      </p:sp>
      <p:grpSp>
        <p:nvGrpSpPr>
          <p:cNvPr id="205" name="Group 1"/>
          <p:cNvGrpSpPr/>
          <p:nvPr/>
        </p:nvGrpSpPr>
        <p:grpSpPr>
          <a:xfrm>
            <a:off x="1669320" y="1712880"/>
            <a:ext cx="7021800" cy="1819080"/>
            <a:chOff x="1669320" y="1712880"/>
            <a:chExt cx="7021800" cy="1819080"/>
          </a:xfrm>
        </p:grpSpPr>
        <p:pic>
          <p:nvPicPr>
            <p:cNvPr id="206" name="Picture 1" descr="ani_128"/>
            <p:cNvPicPr/>
            <p:nvPr/>
          </p:nvPicPr>
          <p:blipFill>
            <a:blip r:embed="rId2"/>
            <a:stretch/>
          </p:blipFill>
          <p:spPr>
            <a:xfrm>
              <a:off x="4266000" y="2394360"/>
              <a:ext cx="853920" cy="232560"/>
            </a:xfrm>
            <a:prstGeom prst="rect">
              <a:avLst/>
            </a:prstGeom>
            <a:ln w="0">
              <a:noFill/>
            </a:ln>
          </p:spPr>
        </p:pic>
        <p:pic>
          <p:nvPicPr>
            <p:cNvPr id="207" name="Picture 4" descr="gearsmotion"/>
            <p:cNvPicPr/>
            <p:nvPr/>
          </p:nvPicPr>
          <p:blipFill>
            <a:blip r:embed="rId3"/>
            <a:stretch/>
          </p:blipFill>
          <p:spPr>
            <a:xfrm>
              <a:off x="4337640" y="2146320"/>
              <a:ext cx="442800" cy="348120"/>
            </a:xfrm>
            <a:prstGeom prst="rect">
              <a:avLst/>
            </a:prstGeom>
            <a:ln w="0">
              <a:noFill/>
            </a:ln>
          </p:spPr>
        </p:pic>
        <p:sp>
          <p:nvSpPr>
            <p:cNvPr id="208" name="Rectangle 13"/>
            <p:cNvSpPr/>
            <p:nvPr/>
          </p:nvSpPr>
          <p:spPr>
            <a:xfrm>
              <a:off x="2775600" y="1712880"/>
              <a:ext cx="2259720" cy="394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000" b="1" strike="noStrike" spc="-1">
                  <a:solidFill>
                    <a:srgbClr val="000000"/>
                  </a:solidFill>
                  <a:latin typeface="Franklin Gothic Medium"/>
                </a:rPr>
                <a:t>Modus Ponens</a:t>
              </a:r>
              <a:endParaRPr lang="en-GB" sz="2000" b="0" strike="noStrike" spc="-1">
                <a:latin typeface="Arial"/>
              </a:endParaRPr>
            </a:p>
          </p:txBody>
        </p:sp>
        <p:sp>
          <p:nvSpPr>
            <p:cNvPr id="209" name="Rectangle 19"/>
            <p:cNvSpPr/>
            <p:nvPr/>
          </p:nvSpPr>
          <p:spPr>
            <a:xfrm>
              <a:off x="1669320" y="2732760"/>
              <a:ext cx="2206440" cy="394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000" b="1" strike="noStrike" spc="-1">
                  <a:solidFill>
                    <a:srgbClr val="000000"/>
                  </a:solidFill>
                  <a:latin typeface="Franklin Gothic Medium"/>
                </a:rPr>
                <a:t>Modus Tollens</a:t>
              </a:r>
              <a:endParaRPr lang="en-GB" sz="2000" b="0" strike="noStrike" spc="-1">
                <a:latin typeface="Arial"/>
              </a:endParaRPr>
            </a:p>
          </p:txBody>
        </p:sp>
        <p:sp>
          <p:nvSpPr>
            <p:cNvPr id="210" name="Rectangle 20"/>
            <p:cNvSpPr/>
            <p:nvPr/>
          </p:nvSpPr>
          <p:spPr>
            <a:xfrm>
              <a:off x="5205960" y="3137400"/>
              <a:ext cx="3485160" cy="394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000" b="1" strike="noStrike" spc="-1">
                  <a:solidFill>
                    <a:srgbClr val="000000"/>
                  </a:solidFill>
                  <a:latin typeface="Franklin Gothic Medium"/>
                </a:rPr>
                <a:t>Hypothetical Syllogism</a:t>
              </a:r>
              <a:endParaRPr lang="en-GB" sz="2000" b="0" strike="noStrike" spc="-1">
                <a:latin typeface="Arial"/>
              </a:endParaRPr>
            </a:p>
          </p:txBody>
        </p:sp>
        <p:sp>
          <p:nvSpPr>
            <p:cNvPr id="211" name="Rectangle 21"/>
            <p:cNvSpPr/>
            <p:nvPr/>
          </p:nvSpPr>
          <p:spPr>
            <a:xfrm>
              <a:off x="5511240" y="1929600"/>
              <a:ext cx="1709640" cy="394560"/>
            </a:xfrm>
            <a:prstGeom prst="rect">
              <a:avLst/>
            </a:prstGeom>
            <a:noFill/>
            <a:ln w="9525">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000" b="1" strike="noStrike" spc="-1">
                  <a:solidFill>
                    <a:srgbClr val="000000"/>
                  </a:solidFill>
                  <a:latin typeface="Franklin Gothic Medium"/>
                </a:rPr>
                <a:t>Resolution</a:t>
              </a:r>
              <a:endParaRPr lang="en-GB" sz="2000" b="0" strike="noStrike" spc="-1">
                <a:latin typeface="Arial"/>
              </a:endParaRPr>
            </a:p>
          </p:txBody>
        </p:sp>
        <p:sp>
          <p:nvSpPr>
            <p:cNvPr id="212" name="AutoShape 1"/>
            <p:cNvSpPr/>
            <p:nvPr/>
          </p:nvSpPr>
          <p:spPr>
            <a:xfrm rot="1936800">
              <a:off x="3555000" y="2032560"/>
              <a:ext cx="579240" cy="342000"/>
            </a:xfrm>
            <a:prstGeom prst="leftArrow">
              <a:avLst>
                <a:gd name="adj1" fmla="val 50000"/>
                <a:gd name="adj2" fmla="val 45000"/>
              </a:avLst>
            </a:prstGeom>
            <a:gradFill rotWithShape="0">
              <a:gsLst>
                <a:gs pos="0">
                  <a:srgbClr val="DA1F28"/>
                </a:gs>
                <a:gs pos="100000">
                  <a:srgbClr val="FFFFFF"/>
                </a:gs>
              </a:gsLst>
              <a:lin ang="2406000"/>
            </a:gradFill>
            <a:ln w="9525">
              <a:noFill/>
            </a:ln>
          </p:spPr>
          <p:style>
            <a:lnRef idx="0">
              <a:scrgbClr r="0" g="0" b="0"/>
            </a:lnRef>
            <a:fillRef idx="0">
              <a:scrgbClr r="0" g="0" b="0"/>
            </a:fillRef>
            <a:effectRef idx="0">
              <a:scrgbClr r="0" g="0" b="0"/>
            </a:effectRef>
            <a:fontRef idx="minor"/>
          </p:style>
        </p:sp>
        <p:sp>
          <p:nvSpPr>
            <p:cNvPr id="213" name="AutoShape 2"/>
            <p:cNvSpPr/>
            <p:nvPr/>
          </p:nvSpPr>
          <p:spPr>
            <a:xfrm>
              <a:off x="4624200" y="2732760"/>
              <a:ext cx="809280" cy="404640"/>
            </a:xfrm>
            <a:prstGeom prst="lightningBolt">
              <a:avLst/>
            </a:prstGeom>
            <a:gradFill rotWithShape="0">
              <a:gsLst>
                <a:gs pos="0">
                  <a:srgbClr val="FFFFFF"/>
                </a:gs>
                <a:gs pos="100000">
                  <a:srgbClr val="FF0000"/>
                </a:gs>
              </a:gsLst>
              <a:lin ang="2700000"/>
            </a:gradFill>
            <a:ln w="9525">
              <a:noFill/>
            </a:ln>
          </p:spPr>
          <p:style>
            <a:lnRef idx="0">
              <a:scrgbClr r="0" g="0" b="0"/>
            </a:lnRef>
            <a:fillRef idx="0">
              <a:scrgbClr r="0" g="0" b="0"/>
            </a:fillRef>
            <a:effectRef idx="0">
              <a:scrgbClr r="0" g="0" b="0"/>
            </a:effectRef>
            <a:fontRef idx="minor"/>
          </p:style>
        </p:sp>
        <p:sp>
          <p:nvSpPr>
            <p:cNvPr id="214" name="AutoShape 3"/>
            <p:cNvSpPr/>
            <p:nvPr/>
          </p:nvSpPr>
          <p:spPr>
            <a:xfrm rot="19002600">
              <a:off x="5188320" y="2137320"/>
              <a:ext cx="487080" cy="253080"/>
            </a:xfrm>
            <a:prstGeom prst="rtTriangle">
              <a:avLst/>
            </a:prstGeom>
            <a:gradFill rotWithShape="0">
              <a:gsLst>
                <a:gs pos="0">
                  <a:srgbClr val="FFFFFF"/>
                </a:gs>
                <a:gs pos="100000">
                  <a:srgbClr val="99CC00"/>
                </a:gs>
              </a:gsLst>
              <a:lin ang="21216000"/>
            </a:gradFill>
            <a:ln w="9525">
              <a:noFill/>
            </a:ln>
          </p:spPr>
          <p:style>
            <a:lnRef idx="0">
              <a:scrgbClr r="0" g="0" b="0"/>
            </a:lnRef>
            <a:fillRef idx="0">
              <a:scrgbClr r="0" g="0" b="0"/>
            </a:fillRef>
            <a:effectRef idx="0">
              <a:scrgbClr r="0" g="0" b="0"/>
            </a:effectRef>
            <a:fontRef idx="minor"/>
          </p:style>
        </p:sp>
        <p:sp>
          <p:nvSpPr>
            <p:cNvPr id="215" name="AutoShape 8"/>
            <p:cNvSpPr/>
            <p:nvPr/>
          </p:nvSpPr>
          <p:spPr>
            <a:xfrm rot="13668600">
              <a:off x="3760920" y="2432520"/>
              <a:ext cx="380160" cy="543600"/>
            </a:xfrm>
            <a:prstGeom prst="triangle">
              <a:avLst>
                <a:gd name="adj" fmla="val 50000"/>
              </a:avLst>
            </a:prstGeom>
            <a:gradFill rotWithShape="0">
              <a:gsLst>
                <a:gs pos="0">
                  <a:srgbClr val="800080"/>
                </a:gs>
                <a:gs pos="100000">
                  <a:srgbClr val="FFFFFF"/>
                </a:gs>
              </a:gsLst>
              <a:lin ang="19548000"/>
            </a:gradFill>
            <a:ln w="9525">
              <a:noFill/>
            </a:ln>
          </p:spPr>
          <p:style>
            <a:lnRef idx="0">
              <a:scrgbClr r="0" g="0" b="0"/>
            </a:lnRef>
            <a:fillRef idx="0">
              <a:scrgbClr r="0" g="0" b="0"/>
            </a:fillRef>
            <a:effectRef idx="0">
              <a:scrgbClr r="0" g="0" b="0"/>
            </a:effectRef>
            <a:fontRef idx="minor"/>
          </p:style>
        </p:sp>
      </p:grpSp>
    </p:spTree>
  </p:cSld>
  <p:clrMapOvr>
    <a:masterClrMapping/>
  </p:clrMapOvr>
  <p:transition>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p:cNvSpPr>
          <p:nvPr>
            <p:ph/>
          </p:nvPr>
        </p:nvSpPr>
        <p:spPr>
          <a:xfrm>
            <a:off x="504000" y="1358280"/>
            <a:ext cx="9072360" cy="3816720"/>
          </a:xfrm>
          <a:prstGeom prst="rect">
            <a:avLst/>
          </a:prstGeom>
          <a:noFill/>
          <a:ln w="0">
            <a:noFill/>
          </a:ln>
        </p:spPr>
        <p:txBody>
          <a:bodyPr lIns="90000" tIns="45000" rIns="90000" bIns="45000" anchor="t">
            <a:normAutofit fontScale="92500" lnSpcReduction="10000"/>
          </a:bodyPr>
          <a:lstStyle/>
          <a:p>
            <a:pPr marL="609480" indent="-609480">
              <a:lnSpc>
                <a:spcPct val="80000"/>
              </a:lnSpc>
              <a:spcBef>
                <a:spcPts val="400"/>
              </a:spcBef>
              <a:buClr>
                <a:srgbClr val="2DA2BF"/>
              </a:buClr>
              <a:buSzPct val="68000"/>
              <a:buFont typeface="Wingdings 3" charset="2"/>
              <a:buChar char=""/>
            </a:pPr>
            <a:r>
              <a:rPr lang="en-US" sz="2800" b="0" strike="noStrike" spc="-1">
                <a:solidFill>
                  <a:srgbClr val="00B0F0"/>
                </a:solidFill>
                <a:latin typeface="Lucida Sans Unicode"/>
              </a:rPr>
              <a:t>Definition</a:t>
            </a:r>
            <a:r>
              <a:rPr lang="en-US" sz="2800" b="0" strike="noStrike" spc="-1">
                <a:solidFill>
                  <a:srgbClr val="FFC000"/>
                </a:solidFill>
                <a:latin typeface="Lucida Sans Unicode"/>
              </a:rPr>
              <a:t>:</a:t>
            </a:r>
            <a:r>
              <a:rPr lang="en-US" sz="2800" b="0" strike="noStrike" spc="-1">
                <a:solidFill>
                  <a:srgbClr val="92D050"/>
                </a:solidFill>
                <a:latin typeface="Lucida Sans Unicode"/>
              </a:rPr>
              <a:t> </a:t>
            </a:r>
            <a:r>
              <a:rPr lang="en-US" sz="2800" b="0" strike="noStrike" spc="-1">
                <a:solidFill>
                  <a:srgbClr val="000000"/>
                </a:solidFill>
                <a:latin typeface="Lucida Sans Unicode"/>
              </a:rPr>
              <a:t>Rule of logic that asserts IF </a:t>
            </a:r>
            <a:r>
              <a:rPr lang="en-US" sz="2800" b="0" strike="noStrike" spc="-1">
                <a:solidFill>
                  <a:srgbClr val="FF0000"/>
                </a:solidFill>
                <a:latin typeface="Lucida Sans Unicode"/>
              </a:rPr>
              <a:t>A</a:t>
            </a:r>
            <a:r>
              <a:rPr lang="en-US" sz="2800" b="0" strike="noStrike" spc="-1">
                <a:solidFill>
                  <a:srgbClr val="00B050"/>
                </a:solidFill>
                <a:latin typeface="Lucida Sans Unicode"/>
              </a:rPr>
              <a:t> </a:t>
            </a:r>
            <a:r>
              <a:rPr lang="en-US" sz="2800" b="0" strike="noStrike" spc="-1">
                <a:solidFill>
                  <a:srgbClr val="000000"/>
                </a:solidFill>
                <a:latin typeface="Lucida Sans Unicode"/>
              </a:rPr>
              <a:t>and (</a:t>
            </a:r>
            <a:r>
              <a:rPr lang="en-US" sz="2800" b="0" strike="noStrike" spc="-1">
                <a:solidFill>
                  <a:srgbClr val="FF0000"/>
                </a:solidFill>
                <a:latin typeface="Lucida Sans Unicode"/>
              </a:rPr>
              <a:t>A </a:t>
            </a:r>
            <a:r>
              <a:rPr lang="en-GB" sz="2800" b="0" strike="noStrike" spc="-1">
                <a:solidFill>
                  <a:srgbClr val="FF0000"/>
                </a:solidFill>
                <a:latin typeface="Symbol"/>
              </a:rPr>
              <a:t></a:t>
            </a:r>
            <a:r>
              <a:rPr lang="en-US" sz="2800" b="0" strike="noStrike" spc="-1">
                <a:solidFill>
                  <a:srgbClr val="FF0000"/>
                </a:solidFill>
                <a:latin typeface="Lucida Sans Unicode"/>
              </a:rPr>
              <a:t> B</a:t>
            </a:r>
            <a:r>
              <a:rPr lang="en-US" sz="2800" b="0" strike="noStrike" spc="-1">
                <a:solidFill>
                  <a:srgbClr val="000000"/>
                </a:solidFill>
                <a:latin typeface="Lucida Sans Unicode"/>
              </a:rPr>
              <a:t>) are known to be true, then one can infer that </a:t>
            </a:r>
            <a:r>
              <a:rPr lang="en-US" sz="2800" b="0" strike="noStrike" spc="-1">
                <a:solidFill>
                  <a:srgbClr val="FF0000"/>
                </a:solidFill>
                <a:latin typeface="Lucida Sans Unicode"/>
              </a:rPr>
              <a:t>B</a:t>
            </a:r>
            <a:r>
              <a:rPr lang="en-US" sz="2800" b="0" strike="noStrike" spc="-1">
                <a:solidFill>
                  <a:srgbClr val="00B050"/>
                </a:solidFill>
                <a:latin typeface="Lucida Sans Unicode"/>
              </a:rPr>
              <a:t> </a:t>
            </a:r>
            <a:r>
              <a:rPr lang="en-US" sz="2800" b="0" strike="noStrike" spc="-1">
                <a:solidFill>
                  <a:srgbClr val="000000"/>
                </a:solidFill>
                <a:latin typeface="Lucida Sans Unicode"/>
              </a:rPr>
              <a:t>is true.</a:t>
            </a:r>
          </a:p>
          <a:p>
            <a:pPr marL="609480" indent="-609480">
              <a:lnSpc>
                <a:spcPct val="80000"/>
              </a:lnSpc>
              <a:spcBef>
                <a:spcPts val="400"/>
              </a:spcBef>
              <a:buClr>
                <a:srgbClr val="2DA2BF"/>
              </a:buClr>
              <a:buSzPct val="68000"/>
              <a:buFont typeface="Wingdings 3" charset="2"/>
              <a:buChar char=""/>
            </a:pPr>
            <a:r>
              <a:rPr lang="en-US" sz="2800" b="0" strike="noStrike" spc="-1">
                <a:solidFill>
                  <a:srgbClr val="000000"/>
                </a:solidFill>
                <a:latin typeface="Lucida Sans Unicode"/>
              </a:rPr>
              <a:t>E.g.</a:t>
            </a:r>
          </a:p>
          <a:p>
            <a:pPr marL="2209680" lvl="4" indent="-380880">
              <a:lnSpc>
                <a:spcPct val="80000"/>
              </a:lnSpc>
              <a:spcBef>
                <a:spcPts val="349"/>
              </a:spcBef>
              <a:buClr>
                <a:srgbClr val="000000"/>
              </a:buClr>
              <a:buFont typeface="Wingdings" charset="2"/>
              <a:buAutoNum type="arabicPeriod"/>
            </a:pPr>
            <a:r>
              <a:rPr lang="en-GB" sz="2400" b="0" strike="noStrike" spc="-1">
                <a:solidFill>
                  <a:srgbClr val="00B0F0"/>
                </a:solidFill>
                <a:latin typeface="Lucida Sans Unicode"/>
              </a:rPr>
              <a:t>It is sunny day (</a:t>
            </a:r>
            <a:r>
              <a:rPr lang="en-GB" sz="2400" b="0" strike="noStrike" spc="-1">
                <a:solidFill>
                  <a:srgbClr val="FF0000"/>
                </a:solidFill>
                <a:latin typeface="Lucida Sans Unicode"/>
              </a:rPr>
              <a:t>A</a:t>
            </a:r>
            <a:r>
              <a:rPr lang="en-GB" sz="2400" b="0" strike="noStrike" spc="-1">
                <a:solidFill>
                  <a:srgbClr val="00B0F0"/>
                </a:solidFill>
                <a:latin typeface="Lucida Sans Unicode"/>
              </a:rPr>
              <a:t>)</a:t>
            </a:r>
            <a:endParaRPr lang="en-US" sz="2400" b="0" strike="noStrike" spc="-1">
              <a:solidFill>
                <a:srgbClr val="000000"/>
              </a:solidFill>
              <a:latin typeface="Lucida Sans Unicode"/>
            </a:endParaRPr>
          </a:p>
          <a:p>
            <a:pPr marL="2209680" lvl="4" indent="-380880">
              <a:lnSpc>
                <a:spcPct val="80000"/>
              </a:lnSpc>
              <a:spcBef>
                <a:spcPts val="349"/>
              </a:spcBef>
              <a:buClr>
                <a:srgbClr val="000000"/>
              </a:buClr>
              <a:buFont typeface="Wingdings" charset="2"/>
              <a:buAutoNum type="arabicPeriod"/>
            </a:pPr>
            <a:r>
              <a:rPr lang="en-GB" sz="2400" b="0" strike="noStrike" spc="-1">
                <a:solidFill>
                  <a:srgbClr val="00B0F0"/>
                </a:solidFill>
                <a:latin typeface="Lucida Sans Unicode"/>
              </a:rPr>
              <a:t>If it is sunny (</a:t>
            </a:r>
            <a:r>
              <a:rPr lang="en-GB" sz="2400" b="0" strike="noStrike" spc="-1">
                <a:solidFill>
                  <a:srgbClr val="FF0000"/>
                </a:solidFill>
                <a:latin typeface="Lucida Sans Unicode"/>
              </a:rPr>
              <a:t>A</a:t>
            </a:r>
            <a:r>
              <a:rPr lang="en-GB" sz="2400" b="0" strike="noStrike" spc="-1">
                <a:solidFill>
                  <a:srgbClr val="00B0F0"/>
                </a:solidFill>
                <a:latin typeface="Lucida Sans Unicode"/>
              </a:rPr>
              <a:t>), then we will go to the beach (</a:t>
            </a:r>
            <a:r>
              <a:rPr lang="en-GB" sz="2400" b="0" strike="noStrike" spc="-1">
                <a:solidFill>
                  <a:srgbClr val="FF0000"/>
                </a:solidFill>
                <a:latin typeface="Lucida Sans Unicode"/>
              </a:rPr>
              <a:t>B</a:t>
            </a:r>
            <a:r>
              <a:rPr lang="en-GB" sz="2400" b="0" strike="noStrike" spc="-1">
                <a:solidFill>
                  <a:srgbClr val="00B0F0"/>
                </a:solidFill>
                <a:latin typeface="Lucida Sans Unicode"/>
              </a:rPr>
              <a:t>)</a:t>
            </a:r>
            <a:endParaRPr lang="en-US" sz="2400" b="0" strike="noStrike" spc="-1">
              <a:solidFill>
                <a:srgbClr val="000000"/>
              </a:solidFill>
              <a:latin typeface="Lucida Sans Unicode"/>
            </a:endParaRPr>
          </a:p>
          <a:p>
            <a:pPr marL="2209680" lvl="4" indent="-380880">
              <a:lnSpc>
                <a:spcPct val="80000"/>
              </a:lnSpc>
              <a:spcBef>
                <a:spcPts val="349"/>
              </a:spcBef>
              <a:buClr>
                <a:srgbClr val="000000"/>
              </a:buClr>
              <a:buFont typeface="Wingdings" charset="2"/>
              <a:buAutoNum type="arabicPeriod"/>
            </a:pPr>
            <a:r>
              <a:rPr lang="en-GB" sz="2400" b="0" strike="noStrike" spc="-1">
                <a:solidFill>
                  <a:srgbClr val="00B0F0"/>
                </a:solidFill>
                <a:latin typeface="Lucida Sans Unicode"/>
              </a:rPr>
              <a:t>We will go to the beach (</a:t>
            </a:r>
            <a:r>
              <a:rPr lang="en-GB" sz="2400" b="0" strike="noStrike" spc="-1">
                <a:solidFill>
                  <a:srgbClr val="FF0000"/>
                </a:solidFill>
                <a:latin typeface="Lucida Sans Unicode"/>
              </a:rPr>
              <a:t>B</a:t>
            </a:r>
            <a:r>
              <a:rPr lang="en-GB" sz="2400" b="0" strike="noStrike" spc="-1">
                <a:solidFill>
                  <a:srgbClr val="00B0F0"/>
                </a:solidFill>
                <a:latin typeface="Lucida Sans Unicode"/>
              </a:rPr>
              <a:t>)</a:t>
            </a: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r>
              <a:rPr lang="en-GB" sz="2400" b="0" strike="noStrike" spc="-1">
                <a:solidFill>
                  <a:srgbClr val="000000"/>
                </a:solidFill>
                <a:latin typeface="Lucida Sans Unicode"/>
              </a:rPr>
              <a:t>	or (in PL)</a:t>
            </a: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r>
              <a:rPr lang="en-GB" sz="2400" b="0" strike="noStrike" spc="-1">
                <a:solidFill>
                  <a:srgbClr val="000000"/>
                </a:solidFill>
                <a:latin typeface="Lucida Sans Unicode"/>
              </a:rPr>
              <a:t>			1.	</a:t>
            </a:r>
            <a:r>
              <a:rPr lang="en-GB" sz="2400" b="0" strike="noStrike" spc="-1">
                <a:solidFill>
                  <a:srgbClr val="FF0000"/>
                </a:solidFill>
                <a:latin typeface="Lucida Sans Unicode"/>
              </a:rPr>
              <a:t>A</a:t>
            </a: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r>
              <a:rPr lang="en-GB" sz="2400" b="0" strike="noStrike" spc="-1">
                <a:solidFill>
                  <a:srgbClr val="000000"/>
                </a:solidFill>
                <a:latin typeface="Lucida Sans Unicode"/>
              </a:rPr>
              <a:t>			2.	</a:t>
            </a:r>
            <a:r>
              <a:rPr lang="en-GB" sz="2400" b="0" strike="noStrike" spc="-1">
                <a:solidFill>
                  <a:srgbClr val="FF0000"/>
                </a:solidFill>
                <a:latin typeface="Lucida Sans Unicode"/>
              </a:rPr>
              <a:t>A </a:t>
            </a:r>
            <a:r>
              <a:rPr lang="en-GB" sz="2400" b="0" strike="noStrike" spc="-1">
                <a:solidFill>
                  <a:srgbClr val="000000"/>
                </a:solidFill>
                <a:latin typeface="Symbol"/>
              </a:rPr>
              <a:t></a:t>
            </a:r>
            <a:r>
              <a:rPr lang="en-GB" sz="2400" b="0" strike="noStrike" spc="-1">
                <a:solidFill>
                  <a:srgbClr val="000000"/>
                </a:solidFill>
                <a:latin typeface="Lucida Sans Unicode"/>
              </a:rPr>
              <a:t> </a:t>
            </a:r>
            <a:r>
              <a:rPr lang="en-GB" sz="2400" b="0" strike="noStrike" spc="-1">
                <a:solidFill>
                  <a:srgbClr val="FF0000"/>
                </a:solidFill>
                <a:latin typeface="Lucida Sans Unicode"/>
              </a:rPr>
              <a:t>B</a:t>
            </a: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r>
              <a:rPr lang="en-GB" sz="2400" b="0" strike="noStrike" spc="-1">
                <a:solidFill>
                  <a:srgbClr val="000000"/>
                </a:solidFill>
                <a:latin typeface="Lucida Sans Unicode"/>
              </a:rPr>
              <a:t>			3. 	</a:t>
            </a:r>
            <a:r>
              <a:rPr lang="en-GB" sz="2400" b="0" strike="noStrike" spc="-1">
                <a:solidFill>
                  <a:srgbClr val="FF0000"/>
                </a:solidFill>
                <a:latin typeface="Lucida Sans Unicode"/>
              </a:rPr>
              <a:t>B</a:t>
            </a: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endParaRPr lang="en-US" sz="1400" b="0" strike="noStrike" spc="-1">
              <a:solidFill>
                <a:srgbClr val="000000"/>
              </a:solidFill>
              <a:latin typeface="Lucida Sans Unicode"/>
            </a:endParaRPr>
          </a:p>
          <a:p>
            <a:pPr>
              <a:lnSpc>
                <a:spcPct val="80000"/>
              </a:lnSpc>
              <a:spcBef>
                <a:spcPts val="400"/>
              </a:spcBef>
              <a:buNone/>
              <a:tabLst>
                <a:tab pos="0" algn="l"/>
              </a:tabLst>
            </a:pPr>
            <a:endParaRPr lang="en-US" sz="1400" b="0" strike="noStrike" spc="-1">
              <a:solidFill>
                <a:srgbClr val="000000"/>
              </a:solidFill>
              <a:latin typeface="Lucida Sans Unicode"/>
            </a:endParaRPr>
          </a:p>
        </p:txBody>
      </p:sp>
      <p:sp>
        <p:nvSpPr>
          <p:cNvPr id="217"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Technique 1: Modus Ponens</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16">
                                            <p:txEl>
                                              <p:pRg st="1" end="1"/>
                                            </p:txEl>
                                          </p:spTgt>
                                        </p:tgtEl>
                                        <p:attrNameLst>
                                          <p:attrName>style.visibility</p:attrName>
                                        </p:attrNameLst>
                                      </p:cBhvr>
                                      <p:to>
                                        <p:strVal val="visible"/>
                                      </p:to>
                                    </p:set>
                                    <p:animEffect transition="in" filter="fade">
                                      <p:cBhvr additive="repl">
                                        <p:cTn id="7" dur="2000"/>
                                        <p:tgtEl>
                                          <p:spTgt spid="216">
                                            <p:txEl>
                                              <p:pRg st="1" end="1"/>
                                            </p:txEl>
                                          </p:spTgt>
                                        </p:tgtEl>
                                      </p:cBhvr>
                                    </p:animEffect>
                                  </p:childTnLst>
                                </p:cTn>
                              </p:par>
                              <p:par>
                                <p:cTn id="8" presetID="10" presetClass="entr" fill="hold" nodeType="withEffect">
                                  <p:stCondLst>
                                    <p:cond delay="0"/>
                                  </p:stCondLst>
                                  <p:childTnLst>
                                    <p:set>
                                      <p:cBhvr>
                                        <p:cTn id="9" dur="1" fill="hold">
                                          <p:stCondLst>
                                            <p:cond delay="0"/>
                                          </p:stCondLst>
                                        </p:cTn>
                                        <p:tgtEl>
                                          <p:spTgt spid="216">
                                            <p:txEl>
                                              <p:pRg st="2" end="2"/>
                                            </p:txEl>
                                          </p:spTgt>
                                        </p:tgtEl>
                                        <p:attrNameLst>
                                          <p:attrName>style.visibility</p:attrName>
                                        </p:attrNameLst>
                                      </p:cBhvr>
                                      <p:to>
                                        <p:strVal val="visible"/>
                                      </p:to>
                                    </p:set>
                                    <p:animEffect transition="in" filter="fade">
                                      <p:cBhvr additive="repl">
                                        <p:cTn id="10" dur="2000"/>
                                        <p:tgtEl>
                                          <p:spTgt spid="216">
                                            <p:txEl>
                                              <p:pRg st="2" end="2"/>
                                            </p:txEl>
                                          </p:spTgt>
                                        </p:tgtEl>
                                      </p:cBhvr>
                                    </p:animEffect>
                                  </p:childTnLst>
                                </p:cTn>
                              </p:par>
                              <p:par>
                                <p:cTn id="11" presetID="10" presetClass="entr" fill="hold" nodeType="withEffect">
                                  <p:stCondLst>
                                    <p:cond delay="0"/>
                                  </p:stCondLst>
                                  <p:childTnLst>
                                    <p:set>
                                      <p:cBhvr>
                                        <p:cTn id="12" dur="1" fill="hold">
                                          <p:stCondLst>
                                            <p:cond delay="0"/>
                                          </p:stCondLst>
                                        </p:cTn>
                                        <p:tgtEl>
                                          <p:spTgt spid="216">
                                            <p:txEl>
                                              <p:pRg st="3" end="3"/>
                                            </p:txEl>
                                          </p:spTgt>
                                        </p:tgtEl>
                                        <p:attrNameLst>
                                          <p:attrName>style.visibility</p:attrName>
                                        </p:attrNameLst>
                                      </p:cBhvr>
                                      <p:to>
                                        <p:strVal val="visible"/>
                                      </p:to>
                                    </p:set>
                                    <p:animEffect transition="in" filter="fade">
                                      <p:cBhvr additive="repl">
                                        <p:cTn id="13" dur="2000"/>
                                        <p:tgtEl>
                                          <p:spTgt spid="216">
                                            <p:txEl>
                                              <p:pRg st="3" end="3"/>
                                            </p:txEl>
                                          </p:spTgt>
                                        </p:tgtEl>
                                      </p:cBhvr>
                                    </p:animEffect>
                                  </p:childTnLst>
                                </p:cTn>
                              </p:par>
                              <p:par>
                                <p:cTn id="14" presetID="10" presetClass="entr" fill="hold" nodeType="withEffect">
                                  <p:stCondLst>
                                    <p:cond delay="0"/>
                                  </p:stCondLst>
                                  <p:childTnLst>
                                    <p:set>
                                      <p:cBhvr>
                                        <p:cTn id="15" dur="1" fill="hold">
                                          <p:stCondLst>
                                            <p:cond delay="0"/>
                                          </p:stCondLst>
                                        </p:cTn>
                                        <p:tgtEl>
                                          <p:spTgt spid="216">
                                            <p:txEl>
                                              <p:pRg st="4" end="4"/>
                                            </p:txEl>
                                          </p:spTgt>
                                        </p:tgtEl>
                                        <p:attrNameLst>
                                          <p:attrName>style.visibility</p:attrName>
                                        </p:attrNameLst>
                                      </p:cBhvr>
                                      <p:to>
                                        <p:strVal val="visible"/>
                                      </p:to>
                                    </p:set>
                                    <p:animEffect transition="in" filter="fade">
                                      <p:cBhvr additive="repl">
                                        <p:cTn id="16" dur="2000"/>
                                        <p:tgtEl>
                                          <p:spTgt spid="216">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216">
                                            <p:txEl>
                                              <p:pRg st="6" end="6"/>
                                            </p:txEl>
                                          </p:spTgt>
                                        </p:tgtEl>
                                        <p:attrNameLst>
                                          <p:attrName>style.visibility</p:attrName>
                                        </p:attrNameLst>
                                      </p:cBhvr>
                                      <p:to>
                                        <p:strVal val="visible"/>
                                      </p:to>
                                    </p:set>
                                    <p:animEffect transition="in" filter="fade">
                                      <p:cBhvr additive="repl">
                                        <p:cTn id="21" dur="2000"/>
                                        <p:tgtEl>
                                          <p:spTgt spid="216">
                                            <p:txEl>
                                              <p:pRg st="6" end="6"/>
                                            </p:txEl>
                                          </p:spTgt>
                                        </p:tgtEl>
                                      </p:cBhvr>
                                    </p:animEffect>
                                  </p:childTnLst>
                                </p:cTn>
                              </p:par>
                              <p:par>
                                <p:cTn id="22" presetID="10" presetClass="entr" fill="hold" nodeType="withEffect">
                                  <p:stCondLst>
                                    <p:cond delay="0"/>
                                  </p:stCondLst>
                                  <p:childTnLst>
                                    <p:set>
                                      <p:cBhvr>
                                        <p:cTn id="23" dur="1" fill="hold">
                                          <p:stCondLst>
                                            <p:cond delay="0"/>
                                          </p:stCondLst>
                                        </p:cTn>
                                        <p:tgtEl>
                                          <p:spTgt spid="216">
                                            <p:txEl>
                                              <p:pRg st="8" end="8"/>
                                            </p:txEl>
                                          </p:spTgt>
                                        </p:tgtEl>
                                        <p:attrNameLst>
                                          <p:attrName>style.visibility</p:attrName>
                                        </p:attrNameLst>
                                      </p:cBhvr>
                                      <p:to>
                                        <p:strVal val="visible"/>
                                      </p:to>
                                    </p:set>
                                    <p:animEffect transition="in" filter="fade">
                                      <p:cBhvr additive="repl">
                                        <p:cTn id="24" dur="2000"/>
                                        <p:tgtEl>
                                          <p:spTgt spid="216">
                                            <p:txEl>
                                              <p:pRg st="8" end="8"/>
                                            </p:txEl>
                                          </p:spTgt>
                                        </p:tgtEl>
                                      </p:cBhvr>
                                    </p:animEffect>
                                  </p:childTnLst>
                                </p:cTn>
                              </p:par>
                              <p:par>
                                <p:cTn id="25" presetID="10" presetClass="entr" fill="hold" nodeType="withEffect">
                                  <p:stCondLst>
                                    <p:cond delay="0"/>
                                  </p:stCondLst>
                                  <p:childTnLst>
                                    <p:set>
                                      <p:cBhvr>
                                        <p:cTn id="26" dur="1" fill="hold">
                                          <p:stCondLst>
                                            <p:cond delay="0"/>
                                          </p:stCondLst>
                                        </p:cTn>
                                        <p:tgtEl>
                                          <p:spTgt spid="216">
                                            <p:txEl>
                                              <p:pRg st="9" end="9"/>
                                            </p:txEl>
                                          </p:spTgt>
                                        </p:tgtEl>
                                        <p:attrNameLst>
                                          <p:attrName>style.visibility</p:attrName>
                                        </p:attrNameLst>
                                      </p:cBhvr>
                                      <p:to>
                                        <p:strVal val="visible"/>
                                      </p:to>
                                    </p:set>
                                    <p:animEffect transition="in" filter="fade">
                                      <p:cBhvr additive="repl">
                                        <p:cTn id="27" dur="2000"/>
                                        <p:tgtEl>
                                          <p:spTgt spid="216">
                                            <p:txEl>
                                              <p:pRg st="9" end="9"/>
                                            </p:txEl>
                                          </p:spTgt>
                                        </p:tgtEl>
                                      </p:cBhvr>
                                    </p:animEffect>
                                  </p:childTnLst>
                                </p:cTn>
                              </p:par>
                              <p:par>
                                <p:cTn id="28" presetID="10" presetClass="entr" fill="hold" nodeType="withEffect">
                                  <p:stCondLst>
                                    <p:cond delay="0"/>
                                  </p:stCondLst>
                                  <p:childTnLst>
                                    <p:set>
                                      <p:cBhvr>
                                        <p:cTn id="29" dur="1" fill="hold">
                                          <p:stCondLst>
                                            <p:cond delay="0"/>
                                          </p:stCondLst>
                                        </p:cTn>
                                        <p:tgtEl>
                                          <p:spTgt spid="216">
                                            <p:txEl>
                                              <p:pRg st="10" end="10"/>
                                            </p:txEl>
                                          </p:spTgt>
                                        </p:tgtEl>
                                        <p:attrNameLst>
                                          <p:attrName>style.visibility</p:attrName>
                                        </p:attrNameLst>
                                      </p:cBhvr>
                                      <p:to>
                                        <p:strVal val="visible"/>
                                      </p:to>
                                    </p:set>
                                    <p:animEffect transition="in" filter="fade">
                                      <p:cBhvr additive="repl">
                                        <p:cTn id="30" dur="2000"/>
                                        <p:tgtEl>
                                          <p:spTgt spid="21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Round Diagonal Corner Rectangle 9"/>
          <p:cNvSpPr/>
          <p:nvPr/>
        </p:nvSpPr>
        <p:spPr>
          <a:xfrm>
            <a:off x="1496160" y="1831320"/>
            <a:ext cx="2992320" cy="1181160"/>
          </a:xfrm>
          <a:prstGeom prst="round2DiagRect">
            <a:avLst>
              <a:gd name="adj1" fmla="val 16667"/>
              <a:gd name="adj2" fmla="val 0"/>
            </a:avLst>
          </a:prstGeom>
          <a:gradFill rotWithShape="0">
            <a:gsLst>
              <a:gs pos="0">
                <a:srgbClr val="9FAFD5"/>
              </a:gs>
              <a:gs pos="100000">
                <a:srgbClr val="D0D8EE"/>
              </a:gs>
            </a:gsLst>
            <a:lin ang="16200000"/>
          </a:gradFill>
          <a:ln>
            <a:solidFill>
              <a:srgbClr val="39639D"/>
            </a:solidFill>
            <a:round/>
          </a:ln>
          <a:effectLst>
            <a:outerShdw blurRad="50760" dist="38160" dir="5400000" rotWithShape="0">
              <a:srgbClr val="000000">
                <a:alpha val="35000"/>
              </a:srgbClr>
            </a:outerShdw>
          </a:effectLst>
        </p:spPr>
        <p:style>
          <a:lnRef idx="1">
            <a:schemeClr val="accent4"/>
          </a:lnRef>
          <a:fillRef idx="2">
            <a:schemeClr val="accent4"/>
          </a:fillRef>
          <a:effectRef idx="1">
            <a:schemeClr val="accent4"/>
          </a:effectRef>
          <a:fontRef idx="minor"/>
        </p:style>
      </p:sp>
      <p:sp>
        <p:nvSpPr>
          <p:cNvPr id="219" name="PlaceHolder 1"/>
          <p:cNvSpPr>
            <a:spLocks noGrp="1"/>
          </p:cNvSpPr>
          <p:nvPr>
            <p:ph/>
          </p:nvPr>
        </p:nvSpPr>
        <p:spPr>
          <a:xfrm>
            <a:off x="535320" y="1063080"/>
            <a:ext cx="9072360" cy="4311720"/>
          </a:xfrm>
          <a:prstGeom prst="rect">
            <a:avLst/>
          </a:prstGeom>
          <a:noFill/>
          <a:ln w="0">
            <a:noFill/>
          </a:ln>
        </p:spPr>
        <p:txBody>
          <a:bodyPr lIns="90000" tIns="45000" rIns="90000" bIns="45000" anchor="t">
            <a:normAutofit fontScale="74500" lnSpcReduction="20000"/>
          </a:bodyPr>
          <a:lstStyle/>
          <a:p>
            <a:pPr marL="609480" indent="-609480">
              <a:lnSpc>
                <a:spcPct val="8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FF0000"/>
                </a:solidFill>
                <a:latin typeface="Lucida Sans Unicode"/>
              </a:rPr>
              <a:t>Basic form:</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	</a:t>
            </a:r>
            <a:r>
              <a:rPr lang="en-GB" sz="2800" b="0" strike="noStrike" spc="-1">
                <a:solidFill>
                  <a:srgbClr val="000000"/>
                </a:solidFill>
                <a:latin typeface="Wingdings"/>
              </a:rPr>
              <a:t></a:t>
            </a:r>
            <a:r>
              <a:rPr lang="en-GB" sz="2800" b="0" strike="noStrike" spc="-1">
                <a:solidFill>
                  <a:srgbClr val="000000"/>
                </a:solidFill>
                <a:latin typeface="Lucida Sans Unicode"/>
              </a:rPr>
              <a:t>	B</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r>
              <a:rPr lang="en-GB" sz="2800" b="0" u="sng" strike="noStrike" spc="-1">
                <a:solidFill>
                  <a:srgbClr val="000000"/>
                </a:solidFill>
                <a:uFillTx/>
                <a:latin typeface="Lucida Sans Unicode"/>
              </a:rPr>
              <a:t>A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B</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 </a:t>
            </a:r>
            <a:r>
              <a:rPr lang="en-GB" sz="2800" b="0" strike="noStrike" spc="-1">
                <a:solidFill>
                  <a:srgbClr val="000000"/>
                </a:solidFill>
                <a:latin typeface="Wingdings"/>
              </a:rPr>
              <a:t></a:t>
            </a:r>
            <a:r>
              <a:rPr lang="en-GB" sz="2800" b="0" strike="noStrike" spc="-1">
                <a:solidFill>
                  <a:srgbClr val="000000"/>
                </a:solidFill>
                <a:latin typeface="Lucida Sans Unicode"/>
              </a:rPr>
              <a:t> B) </a:t>
            </a:r>
            <a:r>
              <a:rPr lang="en-GB" sz="2800" b="0" strike="noStrike" spc="-1">
                <a:solidFill>
                  <a:srgbClr val="000000"/>
                </a:solidFill>
                <a:latin typeface="Symbol"/>
              </a:rPr>
              <a:t></a:t>
            </a:r>
            <a:r>
              <a:rPr lang="en-GB" sz="2800" b="0" strike="noStrike" spc="-1">
                <a:solidFill>
                  <a:srgbClr val="000000"/>
                </a:solidFill>
                <a:latin typeface="Lucida Sans Unicode"/>
              </a:rPr>
              <a:t> A) </a:t>
            </a:r>
            <a:r>
              <a:rPr lang="en-GB" sz="2800" b="0" strike="noStrike" spc="-1">
                <a:solidFill>
                  <a:srgbClr val="000000"/>
                </a:solidFill>
                <a:latin typeface="Wingdings"/>
              </a:rPr>
              <a:t></a:t>
            </a:r>
            <a:r>
              <a:rPr lang="en-GB" sz="2800" b="0" strike="noStrike" spc="-1">
                <a:solidFill>
                  <a:srgbClr val="000000"/>
                </a:solidFill>
                <a:latin typeface="Lucida Sans Unicode"/>
              </a:rPr>
              <a:t> B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 a tautology</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400" b="0" strike="noStrike" spc="-1">
              <a:solidFill>
                <a:srgbClr val="000000"/>
              </a:solidFill>
              <a:latin typeface="Lucida Sans Unicode"/>
            </a:endParaRPr>
          </a:p>
        </p:txBody>
      </p:sp>
      <p:sp>
        <p:nvSpPr>
          <p:cNvPr id="220"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Modus Ponens</a:t>
            </a:r>
            <a:endParaRPr lang="en-US" sz="4100" b="0" strike="noStrike" spc="-1">
              <a:solidFill>
                <a:srgbClr val="000000"/>
              </a:solidFill>
              <a:latin typeface="Franklin Gothic Medium"/>
            </a:endParaRPr>
          </a:p>
        </p:txBody>
      </p:sp>
      <p:sp>
        <p:nvSpPr>
          <p:cNvPr id="221" name="Down Arrow 1"/>
          <p:cNvSpPr/>
          <p:nvPr/>
        </p:nvSpPr>
        <p:spPr>
          <a:xfrm>
            <a:off x="5670360" y="4194000"/>
            <a:ext cx="865800" cy="412920"/>
          </a:xfrm>
          <a:prstGeom prst="downArrow">
            <a:avLst>
              <a:gd name="adj1" fmla="val 50000"/>
              <a:gd name="adj2" fmla="val 50000"/>
            </a:avLst>
          </a:prstGeom>
          <a:solidFill>
            <a:schemeClr val="bg2">
              <a:lumMod val="90000"/>
            </a:schemeClr>
          </a:solidFill>
          <a:ln>
            <a:solidFill>
              <a:srgbClr val="DA1F28">
                <a:lumMod val="75000"/>
              </a:srgbClr>
            </a:solidFill>
            <a:round/>
          </a:ln>
        </p:spPr>
        <p:style>
          <a:lnRef idx="2">
            <a:schemeClr val="accent1">
              <a:shade val="50000"/>
            </a:schemeClr>
          </a:lnRef>
          <a:fillRef idx="1">
            <a:schemeClr val="accent1"/>
          </a:fillRef>
          <a:effectRef idx="0">
            <a:schemeClr val="accent1"/>
          </a:effectRef>
          <a:fontRef idx="minor"/>
        </p:style>
      </p:sp>
      <p:sp>
        <p:nvSpPr>
          <p:cNvPr id="222" name="Curved Down Arrow 2"/>
          <p:cNvSpPr/>
          <p:nvPr/>
        </p:nvSpPr>
        <p:spPr>
          <a:xfrm rot="2171400">
            <a:off x="4759560" y="2578320"/>
            <a:ext cx="1729440" cy="379440"/>
          </a:xfrm>
          <a:prstGeom prst="curvedDownArrow">
            <a:avLst>
              <a:gd name="adj1" fmla="val 25000"/>
              <a:gd name="adj2" fmla="val 111637"/>
              <a:gd name="adj3" fmla="val 44255"/>
            </a:avLst>
          </a:prstGeom>
          <a:solidFill>
            <a:schemeClr val="accent3">
              <a:lumMod val="75000"/>
            </a:schemeClr>
          </a:solidFill>
          <a:ln>
            <a:solidFill>
              <a:srgbClr val="EB641B">
                <a:lumMod val="75000"/>
              </a:srgbClr>
            </a:solidFill>
            <a:round/>
          </a:ln>
          <a:effectLst>
            <a:glow rad="63360">
              <a:srgbClr val="F9000C">
                <a:alpha val="40000"/>
              </a:srgbClr>
            </a:glow>
          </a:effectLst>
        </p:spPr>
        <p:style>
          <a:lnRef idx="2">
            <a:schemeClr val="accent1">
              <a:shade val="50000"/>
            </a:schemeClr>
          </a:lnRef>
          <a:fillRef idx="1">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wheel(4)">
                                      <p:cBhvr additive="repl">
                                        <p:cTn id="7" dur="2000"/>
                                        <p:tgtEl>
                                          <p:spTgt spid="222"/>
                                        </p:tgtEl>
                                      </p:cBhvr>
                                    </p:animEffect>
                                  </p:childTnLst>
                                </p:cTn>
                              </p:par>
                              <p:par>
                                <p:cTn id="8" presetID="21" presetClass="entr" presetSubtype="4" fill="hold" nodeType="withEffect">
                                  <p:stCondLst>
                                    <p:cond delay="0"/>
                                  </p:stCondLst>
                                  <p:childTnLst>
                                    <p:set>
                                      <p:cBhvr>
                                        <p:cTn id="9" dur="1" fill="hold">
                                          <p:stCondLst>
                                            <p:cond delay="0"/>
                                          </p:stCondLst>
                                        </p:cTn>
                                        <p:tgtEl>
                                          <p:spTgt spid="219">
                                            <p:txEl>
                                              <p:pRg st="9" end="9"/>
                                            </p:txEl>
                                          </p:spTgt>
                                        </p:tgtEl>
                                        <p:attrNameLst>
                                          <p:attrName>style.visibility</p:attrName>
                                        </p:attrNameLst>
                                      </p:cBhvr>
                                      <p:to>
                                        <p:strVal val="visible"/>
                                      </p:to>
                                    </p:set>
                                    <p:animEffect transition="in" filter="wheel(4)">
                                      <p:cBhvr additive="repl">
                                        <p:cTn id="10" dur="2000"/>
                                        <p:tgtEl>
                                          <p:spTgt spid="219">
                                            <p:txEl>
                                              <p:pRg st="9" end="9"/>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219">
                                            <p:txEl>
                                              <p:pRg st="10" end="10"/>
                                            </p:txEl>
                                          </p:spTgt>
                                        </p:tgtEl>
                                        <p:attrNameLst>
                                          <p:attrName>style.visibility</p:attrName>
                                        </p:attrNameLst>
                                      </p:cBhvr>
                                      <p:to>
                                        <p:strVal val="visible"/>
                                      </p:to>
                                    </p:set>
                                    <p:animEffect transition="in" filter="wheel(4)">
                                      <p:cBhvr additive="repl">
                                        <p:cTn id="13" dur="2000"/>
                                        <p:tgtEl>
                                          <p:spTgt spid="219">
                                            <p:txEl>
                                              <p:pRg st="10" end="10"/>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219">
                                            <p:txEl>
                                              <p:pRg st="11" end="11"/>
                                            </p:txEl>
                                          </p:spTgt>
                                        </p:tgtEl>
                                        <p:attrNameLst>
                                          <p:attrName>style.visibility</p:attrName>
                                        </p:attrNameLst>
                                      </p:cBhvr>
                                      <p:to>
                                        <p:strVal val="visible"/>
                                      </p:to>
                                    </p:set>
                                    <p:animEffect transition="in" filter="wheel(4)">
                                      <p:cBhvr additive="repl">
                                        <p:cTn id="16" dur="2000"/>
                                        <p:tgtEl>
                                          <p:spTgt spid="219">
                                            <p:txEl>
                                              <p:pRg st="11" end="1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221"/>
                                        </p:tgtEl>
                                        <p:attrNameLst>
                                          <p:attrName>style.visibility</p:attrName>
                                        </p:attrNameLst>
                                      </p:cBhvr>
                                      <p:to>
                                        <p:strVal val="visible"/>
                                      </p:to>
                                    </p:set>
                                    <p:animEffect transition="in" filter="fade">
                                      <p:cBhvr additive="repl">
                                        <p:cTn id="21" dur="2000"/>
                                        <p:tgtEl>
                                          <p:spTgt spid="221"/>
                                        </p:tgtEl>
                                      </p:cBhvr>
                                    </p:animEffect>
                                  </p:childTnLst>
                                </p:cTn>
                              </p:par>
                              <p:par>
                                <p:cTn id="22" presetID="10" presetClass="entr" fill="hold" nodeType="withEffect">
                                  <p:stCondLst>
                                    <p:cond delay="0"/>
                                  </p:stCondLst>
                                  <p:childTnLst>
                                    <p:set>
                                      <p:cBhvr>
                                        <p:cTn id="23" dur="1" fill="hold">
                                          <p:stCondLst>
                                            <p:cond delay="0"/>
                                          </p:stCondLst>
                                        </p:cTn>
                                        <p:tgtEl>
                                          <p:spTgt spid="219">
                                            <p:txEl>
                                              <p:pRg st="13" end="13"/>
                                            </p:txEl>
                                          </p:spTgt>
                                        </p:tgtEl>
                                        <p:attrNameLst>
                                          <p:attrName>style.visibility</p:attrName>
                                        </p:attrNameLst>
                                      </p:cBhvr>
                                      <p:to>
                                        <p:strVal val="visible"/>
                                      </p:to>
                                    </p:set>
                                    <p:animEffect transition="in" filter="fade">
                                      <p:cBhvr additive="repl">
                                        <p:cTn id="24" dur="2000"/>
                                        <p:tgtEl>
                                          <p:spTgt spid="219">
                                            <p:txEl>
                                              <p:pRg st="13" end="13"/>
                                            </p:txEl>
                                          </p:spTgt>
                                        </p:tgtEl>
                                      </p:cBhvr>
                                    </p:animEffect>
                                  </p:childTnLst>
                                </p:cTn>
                              </p:par>
                              <p:par>
                                <p:cTn id="25" presetID="10" presetClass="entr" fill="hold" nodeType="withEffect">
                                  <p:stCondLst>
                                    <p:cond delay="0"/>
                                  </p:stCondLst>
                                  <p:childTnLst>
                                    <p:set>
                                      <p:cBhvr>
                                        <p:cTn id="26" dur="1" fill="hold">
                                          <p:stCondLst>
                                            <p:cond delay="0"/>
                                          </p:stCondLst>
                                        </p:cTn>
                                        <p:tgtEl>
                                          <p:spTgt spid="219">
                                            <p:txEl>
                                              <p:pRg st="14" end="14"/>
                                            </p:txEl>
                                          </p:spTgt>
                                        </p:tgtEl>
                                        <p:attrNameLst>
                                          <p:attrName>style.visibility</p:attrName>
                                        </p:attrNameLst>
                                      </p:cBhvr>
                                      <p:to>
                                        <p:strVal val="visible"/>
                                      </p:to>
                                    </p:set>
                                    <p:animEffect transition="in" filter="fade">
                                      <p:cBhvr additive="repl">
                                        <p:cTn id="27" dur="2000"/>
                                        <p:tgtEl>
                                          <p:spTgt spid="219">
                                            <p:txEl>
                                              <p:pRg st="14" end="14"/>
                                            </p:txEl>
                                          </p:spTgt>
                                        </p:tgtEl>
                                      </p:cBhvr>
                                    </p:animEffect>
                                  </p:childTnLst>
                                </p:cTn>
                              </p:par>
                              <p:par>
                                <p:cTn id="28" presetID="10" presetClass="entr" fill="hold" nodeType="withEffect">
                                  <p:stCondLst>
                                    <p:cond delay="0"/>
                                  </p:stCondLst>
                                  <p:childTnLst>
                                    <p:set>
                                      <p:cBhvr>
                                        <p:cTn id="29" dur="1" fill="hold">
                                          <p:stCondLst>
                                            <p:cond delay="0"/>
                                          </p:stCondLst>
                                        </p:cTn>
                                        <p:tgtEl>
                                          <p:spTgt spid="219">
                                            <p:txEl>
                                              <p:pRg st="15" end="15"/>
                                            </p:txEl>
                                          </p:spTgt>
                                        </p:tgtEl>
                                        <p:attrNameLst>
                                          <p:attrName>style.visibility</p:attrName>
                                        </p:attrNameLst>
                                      </p:cBhvr>
                                      <p:to>
                                        <p:strVal val="visible"/>
                                      </p:to>
                                    </p:set>
                                    <p:animEffect transition="in" filter="fade">
                                      <p:cBhvr additive="repl">
                                        <p:cTn id="30" dur="2000"/>
                                        <p:tgtEl>
                                          <p:spTgt spid="219">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p:nvPr>
        </p:nvSpPr>
        <p:spPr>
          <a:xfrm>
            <a:off x="516240" y="1417320"/>
            <a:ext cx="9072360" cy="3213000"/>
          </a:xfrm>
          <a:prstGeom prst="rect">
            <a:avLst/>
          </a:prstGeom>
          <a:noFill/>
          <a:ln w="0">
            <a:noFill/>
          </a:ln>
        </p:spPr>
        <p:txBody>
          <a:bodyPr lIns="90000" tIns="45000" rIns="90000" bIns="45000" anchor="t">
            <a:normAutofit fontScale="90500" lnSpcReduction="10000"/>
          </a:bodyPr>
          <a:lstStyle/>
          <a:p>
            <a:pPr marL="609480" indent="-609480">
              <a:lnSpc>
                <a:spcPct val="80000"/>
              </a:lnSpc>
              <a:spcBef>
                <a:spcPts val="400"/>
              </a:spcBef>
              <a:buNone/>
              <a:tabLst>
                <a:tab pos="0" algn="l"/>
              </a:tabLst>
            </a:pPr>
            <a:r>
              <a:rPr lang="en-GB" sz="2800" b="0" strike="noStrike" spc="-1">
                <a:solidFill>
                  <a:srgbClr val="000000"/>
                </a:solidFill>
                <a:latin typeface="Lucida Sans Unicode"/>
              </a:rPr>
              <a:t>Example with </a:t>
            </a:r>
            <a:r>
              <a:rPr lang="en-GB" sz="2800" b="0" strike="noStrike" spc="-1">
                <a:solidFill>
                  <a:srgbClr val="FF0000"/>
                </a:solidFill>
                <a:latin typeface="Lucida Sans Unicode"/>
              </a:rPr>
              <a:t>rules with &gt;1</a:t>
            </a:r>
            <a:r>
              <a:rPr lang="en-GB" sz="2800" b="0" strike="noStrike" spc="-1">
                <a:solidFill>
                  <a:srgbClr val="000000"/>
                </a:solidFill>
                <a:latin typeface="Lucida Sans Unicode"/>
              </a:rPr>
              <a:t> propositions:</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r>
              <a:rPr lang="en-GB" sz="2400" b="0" strike="noStrike" spc="-1">
                <a:solidFill>
                  <a:srgbClr val="000000"/>
                </a:solidFill>
                <a:latin typeface="Lucida Sans Unicode"/>
              </a:rPr>
              <a:t>		</a:t>
            </a:r>
            <a:endParaRPr lang="en-US" sz="2400" b="0" strike="noStrike" spc="-1">
              <a:solidFill>
                <a:srgbClr val="000000"/>
              </a:solidFill>
              <a:latin typeface="Lucida Sans Unicode"/>
            </a:endParaRPr>
          </a:p>
          <a:p>
            <a:pPr marL="609480" indent="-609480">
              <a:lnSpc>
                <a:spcPct val="80000"/>
              </a:lnSpc>
              <a:spcBef>
                <a:spcPts val="400"/>
              </a:spcBef>
              <a:buNone/>
              <a:tabLst>
                <a:tab pos="0" algn="l"/>
              </a:tabLst>
            </a:pPr>
            <a:r>
              <a:rPr lang="en-GB" sz="2400" b="0" strike="noStrike" spc="-1">
                <a:solidFill>
                  <a:srgbClr val="000000"/>
                </a:solidFill>
                <a:latin typeface="Lucida Sans Unicode"/>
              </a:rPr>
              <a:t>		</a:t>
            </a:r>
            <a:r>
              <a:rPr lang="en-GB" sz="2800" b="0" strike="noStrike" spc="-1">
                <a:solidFill>
                  <a:srgbClr val="000000"/>
                </a:solidFill>
                <a:latin typeface="Lucida Sans Unicode"/>
              </a:rPr>
              <a:t>A </a:t>
            </a:r>
            <a:r>
              <a:rPr lang="en-GB" sz="2800" b="0" strike="noStrike" spc="-1">
                <a:solidFill>
                  <a:srgbClr val="000000"/>
                </a:solidFill>
                <a:latin typeface="Symbol"/>
              </a:rPr>
              <a:t></a:t>
            </a:r>
            <a:r>
              <a:rPr lang="en-GB" sz="2800" b="0" strike="noStrike" spc="-1">
                <a:solidFill>
                  <a:srgbClr val="000000"/>
                </a:solidFill>
                <a:latin typeface="Lucida Sans Unicode"/>
              </a:rPr>
              <a:t> B </a:t>
            </a:r>
            <a:r>
              <a:rPr lang="en-GB" sz="2800" b="0" strike="noStrike" spc="-1">
                <a:solidFill>
                  <a:srgbClr val="000000"/>
                </a:solidFill>
                <a:latin typeface="Wingdings"/>
              </a:rPr>
              <a:t></a:t>
            </a:r>
            <a:r>
              <a:rPr lang="en-GB" sz="2800" b="0" strike="noStrike" spc="-1">
                <a:solidFill>
                  <a:srgbClr val="000000"/>
                </a:solidFill>
                <a:latin typeface="Lucida Sans Unicode"/>
              </a:rPr>
              <a:t> C</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r>
              <a:rPr lang="en-GB" sz="2800" b="0" u="sng" strike="noStrike" spc="-1">
                <a:solidFill>
                  <a:srgbClr val="000000"/>
                </a:solidFill>
                <a:uFillTx/>
                <a:latin typeface="Lucida Sans Unicode"/>
              </a:rPr>
              <a:t>B			</a:t>
            </a: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C</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r>
              <a:rPr lang="en-GB" sz="2800" b="0" strike="noStrike" spc="-1">
                <a:solidFill>
                  <a:srgbClr val="000000"/>
                </a:solidFill>
                <a:latin typeface="Lucida Sans Unicode"/>
              </a:rPr>
              <a:t>                         ((((A </a:t>
            </a:r>
            <a:r>
              <a:rPr lang="en-GB" sz="2800" b="0" strike="noStrike" spc="-1">
                <a:solidFill>
                  <a:srgbClr val="000000"/>
                </a:solidFill>
                <a:latin typeface="Symbol"/>
              </a:rPr>
              <a:t></a:t>
            </a:r>
            <a:r>
              <a:rPr lang="en-GB" sz="2800" b="0" strike="noStrike" spc="-1">
                <a:solidFill>
                  <a:srgbClr val="000000"/>
                </a:solidFill>
                <a:latin typeface="Lucida Sans Unicode"/>
              </a:rPr>
              <a:t> B) </a:t>
            </a:r>
            <a:r>
              <a:rPr lang="en-GB" sz="2800" b="0" strike="noStrike" spc="-1">
                <a:solidFill>
                  <a:srgbClr val="000000"/>
                </a:solidFill>
                <a:latin typeface="Wingdings"/>
              </a:rPr>
              <a:t></a:t>
            </a:r>
            <a:r>
              <a:rPr lang="en-GB" sz="2800" b="0" strike="noStrike" spc="-1">
                <a:solidFill>
                  <a:srgbClr val="000000"/>
                </a:solidFill>
                <a:latin typeface="Lucida Sans Unicode"/>
              </a:rPr>
              <a:t> C) </a:t>
            </a:r>
            <a:r>
              <a:rPr lang="en-GB" sz="2800" b="0" strike="noStrike" spc="-1">
                <a:solidFill>
                  <a:srgbClr val="000000"/>
                </a:solidFill>
                <a:latin typeface="Symbol"/>
              </a:rPr>
              <a:t></a:t>
            </a:r>
            <a:r>
              <a:rPr lang="en-GB" sz="2800" b="0" strike="noStrike" spc="-1">
                <a:solidFill>
                  <a:srgbClr val="000000"/>
                </a:solidFill>
                <a:latin typeface="Lucida Sans Unicode"/>
              </a:rPr>
              <a:t> A) </a:t>
            </a:r>
            <a:r>
              <a:rPr lang="en-GB" sz="2800" b="0" strike="noStrike" spc="-1">
                <a:solidFill>
                  <a:srgbClr val="000000"/>
                </a:solidFill>
                <a:latin typeface="Symbol"/>
              </a:rPr>
              <a:t></a:t>
            </a:r>
            <a:r>
              <a:rPr lang="en-GB" sz="2800" b="0" strike="noStrike" spc="-1">
                <a:solidFill>
                  <a:srgbClr val="000000"/>
                </a:solidFill>
                <a:latin typeface="Lucida Sans Unicode"/>
              </a:rPr>
              <a:t> B) </a:t>
            </a:r>
            <a:r>
              <a:rPr lang="en-GB" sz="2800" b="0" strike="noStrike" spc="-1">
                <a:solidFill>
                  <a:srgbClr val="000000"/>
                </a:solidFill>
                <a:latin typeface="Wingdings"/>
              </a:rPr>
              <a:t></a:t>
            </a:r>
            <a:r>
              <a:rPr lang="en-GB" sz="2800" b="0" strike="noStrike" spc="-1">
                <a:solidFill>
                  <a:srgbClr val="000000"/>
                </a:solidFill>
                <a:latin typeface="Lucida Sans Unicode"/>
              </a:rPr>
              <a:t> C  </a:t>
            </a:r>
            <a:endParaRPr lang="en-US" sz="2800" b="0" strike="noStrike" spc="-1">
              <a:solidFill>
                <a:srgbClr val="000000"/>
              </a:solidFill>
              <a:latin typeface="Lucida Sans Unicode"/>
            </a:endParaRPr>
          </a:p>
          <a:p>
            <a:pPr marL="609480" indent="-609480">
              <a:lnSpc>
                <a:spcPct val="80000"/>
              </a:lnSpc>
              <a:spcBef>
                <a:spcPts val="400"/>
              </a:spcBef>
              <a:buNone/>
              <a:tabLst>
                <a:tab pos="0" algn="l"/>
              </a:tabLst>
            </a:pPr>
            <a:endParaRPr lang="en-US" sz="2400" b="0" strike="noStrike" spc="-1">
              <a:solidFill>
                <a:srgbClr val="000000"/>
              </a:solidFill>
              <a:latin typeface="Lucida Sans Unicode"/>
            </a:endParaRPr>
          </a:p>
        </p:txBody>
      </p:sp>
      <p:sp>
        <p:nvSpPr>
          <p:cNvPr id="224"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Modus Ponens</a:t>
            </a:r>
            <a:endParaRPr lang="en-US" sz="4100" b="0" strike="noStrike" spc="-1">
              <a:solidFill>
                <a:srgbClr val="000000"/>
              </a:solidFill>
              <a:latin typeface="Franklin Gothic Medium"/>
            </a:endParaRPr>
          </a:p>
        </p:txBody>
      </p:sp>
      <p:sp>
        <p:nvSpPr>
          <p:cNvPr id="225" name="Right Brace 2"/>
          <p:cNvSpPr/>
          <p:nvPr/>
        </p:nvSpPr>
        <p:spPr>
          <a:xfrm>
            <a:off x="4567320" y="2244600"/>
            <a:ext cx="550800" cy="1121760"/>
          </a:xfrm>
          <a:prstGeom prst="rightBrace">
            <a:avLst>
              <a:gd name="adj1" fmla="val 8333"/>
              <a:gd name="adj2" fmla="val 50000"/>
            </a:avLst>
          </a:prstGeom>
          <a:noFill/>
          <a:ln w="28575">
            <a:solidFill>
              <a:srgbClr val="00B0F0"/>
            </a:solidFill>
            <a:round/>
          </a:ln>
          <a:effectLst>
            <a:outerShdw blurRad="50760" dist="37674" dir="13500000" algn="br" rotWithShape="0">
              <a:srgbClr val="000000">
                <a:alpha val="40000"/>
              </a:srgbClr>
            </a:outerShdw>
          </a:effectLst>
          <a:scene3d>
            <a:camera prst="orthographicFront"/>
            <a:lightRig rig="threePt" dir="t"/>
          </a:scene3d>
          <a:sp3d/>
        </p:spPr>
        <p:style>
          <a:lnRef idx="1">
            <a:schemeClr val="accent2"/>
          </a:lnRef>
          <a:fillRef idx="0">
            <a:schemeClr val="accent2"/>
          </a:fillRef>
          <a:effectRef idx="0">
            <a:schemeClr val="accent2"/>
          </a:effectRef>
          <a:fontRef idx="minor"/>
        </p:style>
      </p:sp>
      <p:sp>
        <p:nvSpPr>
          <p:cNvPr id="226" name="Curved Down Arrow 1"/>
          <p:cNvSpPr/>
          <p:nvPr/>
        </p:nvSpPr>
        <p:spPr>
          <a:xfrm rot="2171400">
            <a:off x="5468400" y="3109680"/>
            <a:ext cx="1729440" cy="379440"/>
          </a:xfrm>
          <a:prstGeom prst="curvedDownArrow">
            <a:avLst>
              <a:gd name="adj1" fmla="val 25000"/>
              <a:gd name="adj2" fmla="val 111637"/>
              <a:gd name="adj3" fmla="val 44255"/>
            </a:avLst>
          </a:prstGeom>
          <a:solidFill>
            <a:schemeClr val="accent3">
              <a:lumMod val="75000"/>
            </a:schemeClr>
          </a:solidFill>
          <a:ln>
            <a:solidFill>
              <a:srgbClr val="EB641B">
                <a:lumMod val="75000"/>
              </a:srgbClr>
            </a:solidFill>
            <a:round/>
          </a:ln>
          <a:effectLst>
            <a:glow rad="139680">
              <a:srgbClr val="00BDEC">
                <a:alpha val="40000"/>
              </a:srgbClr>
            </a:glow>
          </a:effectLst>
        </p:spPr>
        <p:style>
          <a:lnRef idx="2">
            <a:schemeClr val="accent1">
              <a:shade val="50000"/>
            </a:schemeClr>
          </a:lnRef>
          <a:fillRef idx="1">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diamond(in)">
                                      <p:cBhvr additive="repl">
                                        <p:cTn id="7" dur="2000"/>
                                        <p:tgtEl>
                                          <p:spTgt spid="225"/>
                                        </p:tgtEl>
                                      </p:cBhvr>
                                    </p:animEffect>
                                  </p:childTnLst>
                                </p:cTn>
                              </p:par>
                            </p:childTnLst>
                          </p:cTn>
                        </p:par>
                        <p:par>
                          <p:cTn id="8" fill="hold">
                            <p:stCondLst>
                              <p:cond delay="2000"/>
                            </p:stCondLst>
                            <p:childTnLst>
                              <p:par>
                                <p:cTn id="9" presetID="53" presetClass="entr" fill="hold" nodeType="afterEffect">
                                  <p:stCondLst>
                                    <p:cond delay="0"/>
                                  </p:stCondLst>
                                  <p:childTnLst>
                                    <p:set>
                                      <p:cBhvr>
                                        <p:cTn id="10" dur="1" fill="hold">
                                          <p:stCondLst>
                                            <p:cond delay="0"/>
                                          </p:stCondLst>
                                        </p:cTn>
                                        <p:tgtEl>
                                          <p:spTgt spid="226"/>
                                        </p:tgtEl>
                                        <p:attrNameLst>
                                          <p:attrName>style.visibility</p:attrName>
                                        </p:attrNameLst>
                                      </p:cBhvr>
                                      <p:to>
                                        <p:strVal val="visible"/>
                                      </p:to>
                                    </p:set>
                                    <p:anim calcmode="lin" valueType="num">
                                      <p:cBhvr additive="repl">
                                        <p:cTn id="11" dur="500" fill="hold"/>
                                        <p:tgtEl>
                                          <p:spTgt spid="226"/>
                                        </p:tgtEl>
                                        <p:attrNameLst>
                                          <p:attrName>ppt_w</p:attrName>
                                        </p:attrNameLst>
                                      </p:cBhvr>
                                      <p:tavLst>
                                        <p:tav tm="0">
                                          <p:val>
                                            <p:fltVal val="0"/>
                                          </p:val>
                                        </p:tav>
                                        <p:tav tm="100000">
                                          <p:val>
                                            <p:strVal val="#ppt_w"/>
                                          </p:val>
                                        </p:tav>
                                      </p:tavLst>
                                    </p:anim>
                                    <p:anim calcmode="lin" valueType="num">
                                      <p:cBhvr additive="repl">
                                        <p:cTn id="12" dur="500" fill="hold"/>
                                        <p:tgtEl>
                                          <p:spTgt spid="226"/>
                                        </p:tgtEl>
                                        <p:attrNameLst>
                                          <p:attrName>ppt_h</p:attrName>
                                        </p:attrNameLst>
                                      </p:cBhvr>
                                      <p:tavLst>
                                        <p:tav tm="0">
                                          <p:val>
                                            <p:fltVal val="0"/>
                                          </p:val>
                                        </p:tav>
                                        <p:tav tm="100000">
                                          <p:val>
                                            <p:strVal val="#ppt_h"/>
                                          </p:val>
                                        </p:tav>
                                      </p:tavLst>
                                    </p:anim>
                                    <p:animEffect transition="in" filter="fade">
                                      <p:cBhvr additive="repl">
                                        <p:cTn id="13" dur="500"/>
                                        <p:tgtEl>
                                          <p:spTgt spid="226"/>
                                        </p:tgtEl>
                                      </p:cBhvr>
                                    </p:animEffect>
                                  </p:childTnLst>
                                </p:cTn>
                              </p:par>
                              <p:par>
                                <p:cTn id="14" presetID="10" presetClass="entr" fill="hold" nodeType="withEffect">
                                  <p:stCondLst>
                                    <p:cond delay="0"/>
                                  </p:stCondLst>
                                  <p:childTnLst>
                                    <p:set>
                                      <p:cBhvr>
                                        <p:cTn id="15" dur="1" fill="hold">
                                          <p:stCondLst>
                                            <p:cond delay="0"/>
                                          </p:stCondLst>
                                        </p:cTn>
                                        <p:tgtEl>
                                          <p:spTgt spid="223">
                                            <p:txEl>
                                              <p:pRg st="9" end="9"/>
                                            </p:txEl>
                                          </p:spTgt>
                                        </p:tgtEl>
                                        <p:attrNameLst>
                                          <p:attrName>style.visibility</p:attrName>
                                        </p:attrNameLst>
                                      </p:cBhvr>
                                      <p:to>
                                        <p:strVal val="visible"/>
                                      </p:to>
                                    </p:set>
                                    <p:animEffect transition="in" filter="fade">
                                      <p:cBhvr additive="repl">
                                        <p:cTn id="16" dur="2000"/>
                                        <p:tgtEl>
                                          <p:spTgt spid="2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Flowchart: Punched Tape 7"/>
          <p:cNvSpPr/>
          <p:nvPr/>
        </p:nvSpPr>
        <p:spPr>
          <a:xfrm>
            <a:off x="1260000" y="2362680"/>
            <a:ext cx="3150000" cy="1535400"/>
          </a:xfrm>
          <a:prstGeom prst="flowChartPunchedTape">
            <a:avLst/>
          </a:prstGeom>
          <a:gradFill rotWithShape="0">
            <a:gsLst>
              <a:gs pos="0">
                <a:srgbClr val="95D3EE"/>
              </a:gs>
              <a:gs pos="100000">
                <a:srgbClr val="C9ECFB"/>
              </a:gs>
            </a:gsLst>
            <a:lin ang="16200000"/>
          </a:gradFill>
          <a:ln>
            <a:solidFill>
              <a:srgbClr val="2DA2BF"/>
            </a:solidFill>
            <a:round/>
          </a:ln>
          <a:effectLst>
            <a:outerShdw blurRad="50760" dist="38160" dir="5400000" rotWithShape="0">
              <a:srgbClr val="000000">
                <a:alpha val="35000"/>
              </a:srgbClr>
            </a:outerShdw>
          </a:effectLst>
        </p:spPr>
        <p:style>
          <a:lnRef idx="1">
            <a:schemeClr val="accent1"/>
          </a:lnRef>
          <a:fillRef idx="2">
            <a:schemeClr val="accent1"/>
          </a:fillRef>
          <a:effectRef idx="1">
            <a:schemeClr val="accent1"/>
          </a:effectRef>
          <a:fontRef idx="minor"/>
        </p:style>
      </p:sp>
      <p:sp>
        <p:nvSpPr>
          <p:cNvPr id="228" name="PlaceHolder 1"/>
          <p:cNvSpPr>
            <a:spLocks noGrp="1"/>
          </p:cNvSpPr>
          <p:nvPr>
            <p:ph/>
          </p:nvPr>
        </p:nvSpPr>
        <p:spPr>
          <a:xfrm>
            <a:off x="614160" y="1181160"/>
            <a:ext cx="9072360" cy="4370760"/>
          </a:xfrm>
          <a:prstGeom prst="rect">
            <a:avLst/>
          </a:prstGeom>
          <a:noFill/>
          <a:ln w="0">
            <a:noFill/>
          </a:ln>
        </p:spPr>
        <p:txBody>
          <a:bodyPr lIns="90000" tIns="45000" rIns="90000" bIns="45000" anchor="t">
            <a:normAutofit fontScale="86000" lnSpcReduction="10000"/>
          </a:bodyPr>
          <a:lstStyle/>
          <a:p>
            <a:pPr marL="609480" indent="-609480">
              <a:lnSpc>
                <a:spcPct val="100000"/>
              </a:lnSpc>
              <a:spcBef>
                <a:spcPts val="400"/>
              </a:spcBef>
              <a:buClr>
                <a:srgbClr val="2DA2BF"/>
              </a:buClr>
              <a:buSzPct val="68000"/>
              <a:buFont typeface="Wingdings 3" charset="2"/>
              <a:buChar char=""/>
            </a:pPr>
            <a:r>
              <a:rPr lang="en-US" sz="2400" b="0" strike="noStrike" spc="-1">
                <a:solidFill>
                  <a:srgbClr val="00B0F0"/>
                </a:solidFill>
                <a:latin typeface="Lucida Sans Unicode"/>
              </a:rPr>
              <a:t>Definition</a:t>
            </a:r>
            <a:r>
              <a:rPr lang="en-US" sz="2400" b="0" strike="noStrike" spc="-1">
                <a:solidFill>
                  <a:srgbClr val="FFC000"/>
                </a:solidFill>
                <a:latin typeface="Lucida Sans Unicode"/>
              </a:rPr>
              <a:t>: </a:t>
            </a:r>
            <a:r>
              <a:rPr lang="en-US" sz="2400" b="0" strike="noStrike" spc="-1">
                <a:solidFill>
                  <a:srgbClr val="000000"/>
                </a:solidFill>
                <a:latin typeface="Lucida Sans Unicode"/>
              </a:rPr>
              <a:t>Rule of logic that asserts IF (</a:t>
            </a:r>
            <a:r>
              <a:rPr lang="en-US" sz="2400" b="0" strike="noStrike" spc="-1">
                <a:solidFill>
                  <a:srgbClr val="00B050"/>
                </a:solidFill>
                <a:latin typeface="Lucida Sans Unicode"/>
              </a:rPr>
              <a:t>a </a:t>
            </a:r>
            <a:r>
              <a:rPr lang="en-GB" sz="2400" b="0" strike="noStrike" spc="-1">
                <a:solidFill>
                  <a:srgbClr val="00B050"/>
                </a:solidFill>
                <a:latin typeface="Symbol"/>
              </a:rPr>
              <a:t></a:t>
            </a:r>
            <a:r>
              <a:rPr lang="en-US" sz="2400" b="0" strike="noStrike" spc="-1">
                <a:solidFill>
                  <a:srgbClr val="00B050"/>
                </a:solidFill>
                <a:latin typeface="Lucida Sans Unicode"/>
              </a:rPr>
              <a:t> b</a:t>
            </a:r>
            <a:r>
              <a:rPr lang="en-US" sz="2400" b="0" strike="noStrike" spc="-1">
                <a:solidFill>
                  <a:srgbClr val="000000"/>
                </a:solidFill>
                <a:latin typeface="Lucida Sans Unicode"/>
              </a:rPr>
              <a:t>), and </a:t>
            </a:r>
            <a:r>
              <a:rPr lang="en-US" sz="2400" b="0" strike="noStrike" spc="-1">
                <a:solidFill>
                  <a:srgbClr val="00B050"/>
                </a:solidFill>
                <a:latin typeface="Lucida Sans Unicode"/>
              </a:rPr>
              <a:t>b</a:t>
            </a:r>
            <a:r>
              <a:rPr lang="en-US" sz="2400" b="0" strike="noStrike" spc="-1">
                <a:solidFill>
                  <a:srgbClr val="000000"/>
                </a:solidFill>
                <a:latin typeface="Lucida Sans Unicode"/>
              </a:rPr>
              <a:t> is known to be not true , then one can infer that </a:t>
            </a:r>
            <a:r>
              <a:rPr lang="en-US" sz="2400" b="0" strike="noStrike" spc="-1">
                <a:solidFill>
                  <a:srgbClr val="00B050"/>
                </a:solidFill>
                <a:latin typeface="Lucida Sans Unicode"/>
              </a:rPr>
              <a:t>a</a:t>
            </a:r>
            <a:r>
              <a:rPr lang="en-US" sz="2400" b="0" strike="noStrike" spc="-1">
                <a:solidFill>
                  <a:srgbClr val="000000"/>
                </a:solidFill>
                <a:latin typeface="Lucida Sans Unicode"/>
              </a:rPr>
              <a:t> is not true.</a:t>
            </a:r>
          </a:p>
          <a:p>
            <a:pPr marL="609480" indent="-609480">
              <a:lnSpc>
                <a:spcPct val="100000"/>
              </a:lnSpc>
              <a:spcBef>
                <a:spcPts val="400"/>
              </a:spcBef>
              <a:buClr>
                <a:srgbClr val="2DA2BF"/>
              </a:buClr>
              <a:buSzPct val="68000"/>
              <a:buFont typeface="Wingdings 3" charset="2"/>
              <a:buChar char=""/>
            </a:pPr>
            <a:r>
              <a:rPr lang="en-US" sz="2400" b="0" strike="noStrike" spc="-1">
                <a:solidFill>
                  <a:srgbClr val="FF0000"/>
                </a:solidFill>
                <a:latin typeface="Lucida Sans Unicode"/>
              </a:rPr>
              <a:t>Basic form</a:t>
            </a:r>
            <a:r>
              <a:rPr lang="en-US" sz="2400" b="0" strike="noStrike" spc="-1">
                <a:solidFill>
                  <a:srgbClr val="000000"/>
                </a:solidFill>
                <a:latin typeface="Lucida Sans Unicode"/>
              </a:rPr>
              <a:t>:</a:t>
            </a:r>
          </a:p>
          <a:p>
            <a:pPr marL="609480" indent="-609480">
              <a:lnSpc>
                <a:spcPct val="10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US" sz="2800" b="0" strike="noStrike" spc="-1">
                <a:solidFill>
                  <a:srgbClr val="000000"/>
                </a:solidFill>
                <a:latin typeface="Lucida Sans Unicode"/>
              </a:rPr>
              <a:t>        A	</a:t>
            </a:r>
            <a:r>
              <a:rPr lang="en-US" sz="2800" b="0" strike="noStrike" spc="-1">
                <a:solidFill>
                  <a:srgbClr val="000000"/>
                </a:solidFill>
                <a:latin typeface="Wingdings"/>
              </a:rPr>
              <a:t></a:t>
            </a:r>
            <a:r>
              <a:rPr lang="en-US" sz="2800" b="0" strike="noStrike" spc="-1">
                <a:solidFill>
                  <a:srgbClr val="000000"/>
                </a:solidFill>
                <a:latin typeface="Lucida Sans Unicode"/>
              </a:rPr>
              <a:t>	B</a:t>
            </a:r>
          </a:p>
          <a:p>
            <a:pPr marL="609480" indent="-609480">
              <a:lnSpc>
                <a:spcPct val="100000"/>
              </a:lnSpc>
              <a:spcBef>
                <a:spcPts val="400"/>
              </a:spcBef>
              <a:buNone/>
              <a:tabLst>
                <a:tab pos="0" algn="l"/>
              </a:tabLst>
            </a:pPr>
            <a:r>
              <a:rPr lang="en-US" sz="2800" b="0" strike="noStrike" spc="-1">
                <a:solidFill>
                  <a:srgbClr val="000000"/>
                </a:solidFill>
                <a:latin typeface="Lucida Sans Unicode"/>
              </a:rPr>
              <a:t>		</a:t>
            </a:r>
            <a:r>
              <a:rPr lang="en-US" sz="2800" b="0" u="sng" strike="noStrike" spc="-1">
                <a:solidFill>
                  <a:srgbClr val="000000"/>
                </a:solidFill>
                <a:uFillTx/>
                <a:latin typeface="Symbol"/>
              </a:rPr>
              <a:t></a:t>
            </a:r>
            <a:r>
              <a:rPr lang="en-US" sz="2800" b="0" u="sng" strike="noStrike" spc="-1">
                <a:solidFill>
                  <a:srgbClr val="000000"/>
                </a:solidFill>
                <a:uFillTx/>
                <a:latin typeface="Lucida Sans Unicode"/>
              </a:rPr>
              <a:t>B		</a:t>
            </a: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US" sz="2800" b="0" strike="noStrike" spc="-1">
                <a:solidFill>
                  <a:srgbClr val="000000"/>
                </a:solidFill>
                <a:latin typeface="Lucida Sans Unicode"/>
              </a:rPr>
              <a:t>		</a:t>
            </a:r>
            <a:r>
              <a:rPr lang="en-US" sz="2800" b="0" strike="noStrike" spc="-1">
                <a:solidFill>
                  <a:srgbClr val="000000"/>
                </a:solidFill>
                <a:latin typeface="Symbol"/>
              </a:rPr>
              <a:t></a:t>
            </a:r>
            <a:r>
              <a:rPr lang="en-US" sz="2800" b="0" strike="noStrike" spc="-1">
                <a:solidFill>
                  <a:srgbClr val="000000"/>
                </a:solidFill>
                <a:latin typeface="Lucida Sans Unicode"/>
              </a:rPr>
              <a:t>A</a:t>
            </a:r>
          </a:p>
          <a:p>
            <a:pPr marL="609480" indent="-609480">
              <a:lnSpc>
                <a:spcPct val="10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GB" sz="2800" b="0" strike="noStrike" spc="-1">
                <a:solidFill>
                  <a:srgbClr val="000000"/>
                </a:solidFill>
                <a:latin typeface="Lucida Sans Unicode"/>
              </a:rPr>
              <a:t>				((A </a:t>
            </a:r>
            <a:r>
              <a:rPr lang="en-GB" sz="2800" b="0" strike="noStrike" spc="-1">
                <a:solidFill>
                  <a:srgbClr val="000000"/>
                </a:solidFill>
                <a:latin typeface="Wingdings"/>
              </a:rPr>
              <a:t></a:t>
            </a:r>
            <a:r>
              <a:rPr lang="en-GB" sz="2800" b="0" strike="noStrike" spc="-1">
                <a:solidFill>
                  <a:srgbClr val="000000"/>
                </a:solidFill>
                <a:latin typeface="Lucida Sans Unicode"/>
              </a:rPr>
              <a:t> B) </a:t>
            </a:r>
            <a:r>
              <a:rPr lang="en-GB" sz="2800" b="0" strike="noStrike" spc="-1">
                <a:solidFill>
                  <a:srgbClr val="000000"/>
                </a:solidFill>
                <a:latin typeface="Symbol"/>
              </a:rPr>
              <a:t></a:t>
            </a:r>
            <a:r>
              <a:rPr lang="en-GB" sz="2800" b="0" strike="noStrike" spc="-1">
                <a:solidFill>
                  <a:srgbClr val="000000"/>
                </a:solidFill>
                <a:latin typeface="Lucida Sans Unicode"/>
              </a:rPr>
              <a:t> </a:t>
            </a:r>
            <a:r>
              <a:rPr lang="en-GB" sz="2800" b="0" strike="noStrike" spc="-1">
                <a:solidFill>
                  <a:srgbClr val="000000"/>
                </a:solidFill>
                <a:latin typeface="Symbol"/>
              </a:rPr>
              <a:t></a:t>
            </a:r>
            <a:r>
              <a:rPr lang="en-GB" sz="2800" b="0" strike="noStrike" spc="-1">
                <a:solidFill>
                  <a:srgbClr val="000000"/>
                </a:solidFill>
                <a:latin typeface="Lucida Sans Unicode"/>
              </a:rPr>
              <a:t>B) </a:t>
            </a:r>
            <a:r>
              <a:rPr lang="en-GB" sz="2800" b="0" strike="noStrike" spc="-1">
                <a:solidFill>
                  <a:srgbClr val="000000"/>
                </a:solidFill>
                <a:latin typeface="Wingdings"/>
              </a:rPr>
              <a:t></a:t>
            </a:r>
            <a:r>
              <a:rPr lang="en-GB" sz="2800" b="0" strike="noStrike" spc="-1">
                <a:solidFill>
                  <a:srgbClr val="000000"/>
                </a:solidFill>
                <a:latin typeface="Lucida Sans Unicode"/>
              </a:rPr>
              <a:t> </a:t>
            </a:r>
            <a:r>
              <a:rPr lang="en-GB" sz="2800" b="0" strike="noStrike" spc="-1">
                <a:solidFill>
                  <a:srgbClr val="000000"/>
                </a:solidFill>
                <a:latin typeface="Symbol"/>
              </a:rPr>
              <a:t></a:t>
            </a:r>
            <a:r>
              <a:rPr lang="en-GB" sz="2800" b="0" strike="noStrike" spc="-1">
                <a:solidFill>
                  <a:srgbClr val="000000"/>
                </a:solidFill>
                <a:latin typeface="Lucida Sans Unicode"/>
              </a:rPr>
              <a:t>A</a:t>
            </a: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US" sz="2800" b="0" strike="noStrike" spc="-1">
                <a:solidFill>
                  <a:srgbClr val="000000"/>
                </a:solidFill>
                <a:latin typeface="Lucida Sans Unicode"/>
              </a:rPr>
              <a:t>			</a:t>
            </a:r>
          </a:p>
        </p:txBody>
      </p:sp>
      <p:sp>
        <p:nvSpPr>
          <p:cNvPr id="229" name="PlaceHolder 2"/>
          <p:cNvSpPr>
            <a:spLocks noGrp="1"/>
          </p:cNvSpPr>
          <p:nvPr>
            <p:ph type="title"/>
          </p:nvPr>
        </p:nvSpPr>
        <p:spPr>
          <a:xfrm>
            <a:off x="504000" y="128520"/>
            <a:ext cx="9072360" cy="103572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Technique 2: Modus Tollens</a:t>
            </a:r>
            <a:endParaRPr lang="en-US" sz="4100" b="0" strike="noStrike" spc="-1">
              <a:solidFill>
                <a:srgbClr val="000000"/>
              </a:solidFill>
              <a:latin typeface="Franklin Gothic Medium"/>
            </a:endParaRPr>
          </a:p>
        </p:txBody>
      </p:sp>
      <p:sp>
        <p:nvSpPr>
          <p:cNvPr id="230" name="Curved Down Arrow 4"/>
          <p:cNvSpPr/>
          <p:nvPr/>
        </p:nvSpPr>
        <p:spPr>
          <a:xfrm rot="2171400">
            <a:off x="4595760" y="3812760"/>
            <a:ext cx="1625400" cy="348480"/>
          </a:xfrm>
          <a:prstGeom prst="curvedDownArrow">
            <a:avLst>
              <a:gd name="adj1" fmla="val 25000"/>
              <a:gd name="adj2" fmla="val 111637"/>
              <a:gd name="adj3" fmla="val 44255"/>
            </a:avLst>
          </a:prstGeom>
          <a:solidFill>
            <a:schemeClr val="accent3">
              <a:lumMod val="75000"/>
            </a:schemeClr>
          </a:solidFill>
          <a:ln>
            <a:solidFill>
              <a:srgbClr val="EB641B">
                <a:lumMod val="75000"/>
              </a:srgbClr>
            </a:solidFill>
            <a:round/>
          </a:ln>
          <a:effectLst>
            <a:glow rad="139680">
              <a:srgbClr val="145DC3">
                <a:alpha val="40000"/>
              </a:srgbClr>
            </a:glow>
          </a:effectLst>
        </p:spPr>
        <p:style>
          <a:lnRef idx="2">
            <a:schemeClr val="accent1">
              <a:shade val="50000"/>
            </a:schemeClr>
          </a:lnRef>
          <a:fillRef idx="1">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28">
                                            <p:txEl>
                                              <p:pRg st="1" end="1"/>
                                            </p:txEl>
                                          </p:spTgt>
                                        </p:tgtEl>
                                        <p:attrNameLst>
                                          <p:attrName>style.visibility</p:attrName>
                                        </p:attrNameLst>
                                      </p:cBhvr>
                                      <p:to>
                                        <p:strVal val="visible"/>
                                      </p:to>
                                    </p:set>
                                    <p:animEffect transition="in" filter="fade">
                                      <p:cBhvr additive="repl">
                                        <p:cTn id="7" dur="2000"/>
                                        <p:tgtEl>
                                          <p:spTgt spid="228">
                                            <p:txEl>
                                              <p:pRg st="1" end="1"/>
                                            </p:txEl>
                                          </p:spTgt>
                                        </p:tgtEl>
                                      </p:cBhvr>
                                    </p:animEffect>
                                  </p:childTnLst>
                                </p:cTn>
                              </p:par>
                              <p:par>
                                <p:cTn id="8" presetID="10" presetClass="entr" fill="hold" nodeType="withEffect">
                                  <p:stCondLst>
                                    <p:cond delay="0"/>
                                  </p:stCondLst>
                                  <p:childTnLst>
                                    <p:set>
                                      <p:cBhvr>
                                        <p:cTn id="9" dur="1" fill="hold">
                                          <p:stCondLst>
                                            <p:cond delay="0"/>
                                          </p:stCondLst>
                                        </p:cTn>
                                        <p:tgtEl>
                                          <p:spTgt spid="227"/>
                                        </p:tgtEl>
                                        <p:attrNameLst>
                                          <p:attrName>style.visibility</p:attrName>
                                        </p:attrNameLst>
                                      </p:cBhvr>
                                      <p:to>
                                        <p:strVal val="visible"/>
                                      </p:to>
                                    </p:set>
                                    <p:animEffect transition="in" filter="fade">
                                      <p:cBhvr additive="repl">
                                        <p:cTn id="10" dur="2000"/>
                                        <p:tgtEl>
                                          <p:spTgt spid="227"/>
                                        </p:tgtEl>
                                      </p:cBhvr>
                                    </p:animEffect>
                                  </p:childTnLst>
                                </p:cTn>
                              </p:par>
                              <p:par>
                                <p:cTn id="11" presetID="10" presetClass="entr" fill="hold" nodeType="withEffect">
                                  <p:stCondLst>
                                    <p:cond delay="0"/>
                                  </p:stCondLst>
                                  <p:childTnLst>
                                    <p:set>
                                      <p:cBhvr>
                                        <p:cTn id="12" dur="1" fill="hold">
                                          <p:stCondLst>
                                            <p:cond delay="0"/>
                                          </p:stCondLst>
                                        </p:cTn>
                                        <p:tgtEl>
                                          <p:spTgt spid="228">
                                            <p:txEl>
                                              <p:pRg st="3" end="3"/>
                                            </p:txEl>
                                          </p:spTgt>
                                        </p:tgtEl>
                                        <p:attrNameLst>
                                          <p:attrName>style.visibility</p:attrName>
                                        </p:attrNameLst>
                                      </p:cBhvr>
                                      <p:to>
                                        <p:strVal val="visible"/>
                                      </p:to>
                                    </p:set>
                                    <p:animEffect transition="in" filter="fade">
                                      <p:cBhvr additive="repl">
                                        <p:cTn id="13" dur="2000"/>
                                        <p:tgtEl>
                                          <p:spTgt spid="228">
                                            <p:txEl>
                                              <p:pRg st="3" end="3"/>
                                            </p:txEl>
                                          </p:spTgt>
                                        </p:tgtEl>
                                      </p:cBhvr>
                                    </p:animEffect>
                                  </p:childTnLst>
                                </p:cTn>
                              </p:par>
                              <p:par>
                                <p:cTn id="14" presetID="10" presetClass="entr" fill="hold" nodeType="withEffect">
                                  <p:stCondLst>
                                    <p:cond delay="0"/>
                                  </p:stCondLst>
                                  <p:childTnLst>
                                    <p:set>
                                      <p:cBhvr>
                                        <p:cTn id="15" dur="1" fill="hold">
                                          <p:stCondLst>
                                            <p:cond delay="0"/>
                                          </p:stCondLst>
                                        </p:cTn>
                                        <p:tgtEl>
                                          <p:spTgt spid="228">
                                            <p:txEl>
                                              <p:pRg st="4" end="4"/>
                                            </p:txEl>
                                          </p:spTgt>
                                        </p:tgtEl>
                                        <p:attrNameLst>
                                          <p:attrName>style.visibility</p:attrName>
                                        </p:attrNameLst>
                                      </p:cBhvr>
                                      <p:to>
                                        <p:strVal val="visible"/>
                                      </p:to>
                                    </p:set>
                                    <p:animEffect transition="in" filter="fade">
                                      <p:cBhvr additive="repl">
                                        <p:cTn id="16" dur="2000"/>
                                        <p:tgtEl>
                                          <p:spTgt spid="228">
                                            <p:txEl>
                                              <p:pRg st="4" end="4"/>
                                            </p:txEl>
                                          </p:spTgt>
                                        </p:tgtEl>
                                      </p:cBhvr>
                                    </p:animEffect>
                                  </p:childTnLst>
                                </p:cTn>
                              </p:par>
                              <p:par>
                                <p:cTn id="17" presetID="10" presetClass="entr" fill="hold" nodeType="withEffect">
                                  <p:stCondLst>
                                    <p:cond delay="0"/>
                                  </p:stCondLst>
                                  <p:childTnLst>
                                    <p:set>
                                      <p:cBhvr>
                                        <p:cTn id="18" dur="1" fill="hold">
                                          <p:stCondLst>
                                            <p:cond delay="0"/>
                                          </p:stCondLst>
                                        </p:cTn>
                                        <p:tgtEl>
                                          <p:spTgt spid="228">
                                            <p:txEl>
                                              <p:pRg st="5" end="5"/>
                                            </p:txEl>
                                          </p:spTgt>
                                        </p:tgtEl>
                                        <p:attrNameLst>
                                          <p:attrName>style.visibility</p:attrName>
                                        </p:attrNameLst>
                                      </p:cBhvr>
                                      <p:to>
                                        <p:strVal val="visible"/>
                                      </p:to>
                                    </p:set>
                                    <p:animEffect transition="in" filter="fade">
                                      <p:cBhvr additive="repl">
                                        <p:cTn id="19" dur="2000"/>
                                        <p:tgtEl>
                                          <p:spTgt spid="228">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4" fill="hold" nodeType="clickEffect">
                                  <p:stCondLst>
                                    <p:cond delay="0"/>
                                  </p:stCondLst>
                                  <p:childTnLst>
                                    <p:set>
                                      <p:cBhvr>
                                        <p:cTn id="23" dur="1" fill="hold">
                                          <p:stCondLst>
                                            <p:cond delay="0"/>
                                          </p:stCondLst>
                                        </p:cTn>
                                        <p:tgtEl>
                                          <p:spTgt spid="230"/>
                                        </p:tgtEl>
                                        <p:attrNameLst>
                                          <p:attrName>style.visibility</p:attrName>
                                        </p:attrNameLst>
                                      </p:cBhvr>
                                      <p:to>
                                        <p:strVal val="visible"/>
                                      </p:to>
                                    </p:set>
                                    <p:animEffect transition="in" filter="wheel(4)">
                                      <p:cBhvr additive="repl">
                                        <p:cTn id="24" dur="2000"/>
                                        <p:tgtEl>
                                          <p:spTgt spid="230"/>
                                        </p:tgtEl>
                                      </p:cBhvr>
                                    </p:animEffect>
                                  </p:childTnLst>
                                </p:cTn>
                              </p:par>
                              <p:par>
                                <p:cTn id="25" presetID="41" presetClass="entr" fill="hold" nodeType="withEffect">
                                  <p:stCondLst>
                                    <p:cond delay="0"/>
                                  </p:stCondLst>
                                  <p:iterate type="lt">
                                    <p:tmAbs val="100"/>
                                  </p:iterate>
                                  <p:childTnLst>
                                    <p:set>
                                      <p:cBhvr>
                                        <p:cTn id="26" dur="1" fill="hold">
                                          <p:stCondLst>
                                            <p:cond delay="0"/>
                                          </p:stCondLst>
                                        </p:cTn>
                                        <p:tgtEl>
                                          <p:spTgt spid="228">
                                            <p:txEl>
                                              <p:pRg st="7" end="7"/>
                                            </p:txEl>
                                          </p:spTgt>
                                        </p:tgtEl>
                                        <p:attrNameLst>
                                          <p:attrName>style.visibility</p:attrName>
                                        </p:attrNameLst>
                                      </p:cBhvr>
                                      <p:to>
                                        <p:strVal val="visible"/>
                                      </p:to>
                                    </p:set>
                                    <p:anim calcmode="lin" valueType="num">
                                      <p:cBhvr additive="repl">
                                        <p:cTn id="27" dur="2000" fill="hold"/>
                                        <p:tgtEl>
                                          <p:spTgt spid="228">
                                            <p:txEl>
                                              <p:pRg st="7" end="7"/>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28" dur="2000" fill="hold"/>
                                        <p:tgtEl>
                                          <p:spTgt spid="228">
                                            <p:txEl>
                                              <p:pRg st="7" end="7"/>
                                            </p:txEl>
                                          </p:spTgt>
                                        </p:tgtEl>
                                        <p:attrNameLst>
                                          <p:attrName>ppt_y</p:attrName>
                                        </p:attrNameLst>
                                      </p:cBhvr>
                                      <p:tavLst>
                                        <p:tav tm="0">
                                          <p:val>
                                            <p:strVal val="#ppt_y"/>
                                          </p:val>
                                        </p:tav>
                                        <p:tav tm="100000">
                                          <p:val>
                                            <p:strVal val="#ppt_y"/>
                                          </p:val>
                                        </p:tav>
                                      </p:tavLst>
                                    </p:anim>
                                    <p:anim calcmode="lin" valueType="num">
                                      <p:cBhvr additive="repl">
                                        <p:cTn id="29" dur="2000" fill="hold"/>
                                        <p:tgtEl>
                                          <p:spTgt spid="228">
                                            <p:txEl>
                                              <p:pRg st="7" end="7"/>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30" dur="2000" fill="hold"/>
                                        <p:tgtEl>
                                          <p:spTgt spid="228">
                                            <p:txEl>
                                              <p:pRg st="7" end="7"/>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31" dur="2000"/>
                                        <p:tgtEl>
                                          <p:spTgt spid="228">
                                            <p:txEl>
                                              <p:pRg st="7" end="7"/>
                                            </p:txEl>
                                          </p:spTgt>
                                        </p:tgtEl>
                                      </p:cBhvr>
                                    </p:animEffect>
                                  </p:childTnLst>
                                </p:cTn>
                              </p:par>
                              <p:par>
                                <p:cTn id="32" presetID="41" presetClass="entr" fill="hold" nodeType="withEffect">
                                  <p:stCondLst>
                                    <p:cond delay="0"/>
                                  </p:stCondLst>
                                  <p:iterate type="lt">
                                    <p:tmAbs val="100"/>
                                  </p:iterate>
                                  <p:childTnLst>
                                    <p:set>
                                      <p:cBhvr>
                                        <p:cTn id="33" dur="1" fill="hold">
                                          <p:stCondLst>
                                            <p:cond delay="0"/>
                                          </p:stCondLst>
                                        </p:cTn>
                                        <p:tgtEl>
                                          <p:spTgt spid="228">
                                            <p:txEl>
                                              <p:pRg st="8" end="8"/>
                                            </p:txEl>
                                          </p:spTgt>
                                        </p:tgtEl>
                                        <p:attrNameLst>
                                          <p:attrName>style.visibility</p:attrName>
                                        </p:attrNameLst>
                                      </p:cBhvr>
                                      <p:to>
                                        <p:strVal val="visible"/>
                                      </p:to>
                                    </p:set>
                                    <p:anim calcmode="lin" valueType="num">
                                      <p:cBhvr additive="repl">
                                        <p:cTn id="34" dur="2000" fill="hold"/>
                                        <p:tgtEl>
                                          <p:spTgt spid="228">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35" dur="2000" fill="hold"/>
                                        <p:tgtEl>
                                          <p:spTgt spid="228">
                                            <p:txEl>
                                              <p:pRg st="8" end="8"/>
                                            </p:txEl>
                                          </p:spTgt>
                                        </p:tgtEl>
                                        <p:attrNameLst>
                                          <p:attrName>ppt_y</p:attrName>
                                        </p:attrNameLst>
                                      </p:cBhvr>
                                      <p:tavLst>
                                        <p:tav tm="0">
                                          <p:val>
                                            <p:strVal val="#ppt_y"/>
                                          </p:val>
                                        </p:tav>
                                        <p:tav tm="100000">
                                          <p:val>
                                            <p:strVal val="#ppt_y"/>
                                          </p:val>
                                        </p:tav>
                                      </p:tavLst>
                                    </p:anim>
                                    <p:anim calcmode="lin" valueType="num">
                                      <p:cBhvr additive="repl">
                                        <p:cTn id="36" dur="2000" fill="hold"/>
                                        <p:tgtEl>
                                          <p:spTgt spid="228">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37" dur="2000" fill="hold"/>
                                        <p:tgtEl>
                                          <p:spTgt spid="228">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38" dur="2000"/>
                                        <p:tgtEl>
                                          <p:spTgt spid="22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PlaceHolder 1"/>
          <p:cNvSpPr>
            <a:spLocks noGrp="1"/>
          </p:cNvSpPr>
          <p:nvPr>
            <p:ph/>
          </p:nvPr>
        </p:nvSpPr>
        <p:spPr>
          <a:xfrm>
            <a:off x="535320" y="1299600"/>
            <a:ext cx="9072360" cy="381672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US" sz="2400" b="0" strike="noStrike" spc="-1">
                <a:solidFill>
                  <a:srgbClr val="00B0F0"/>
                </a:solidFill>
                <a:latin typeface="Lucida Sans Unicode"/>
              </a:rPr>
              <a:t>Definition: </a:t>
            </a:r>
            <a:r>
              <a:rPr lang="en-US" sz="2400" b="0" strike="noStrike" spc="-1">
                <a:solidFill>
                  <a:srgbClr val="000000"/>
                </a:solidFill>
                <a:latin typeface="Lucida Sans Unicode"/>
              </a:rPr>
              <a:t>Rule of logic that asserts IF (</a:t>
            </a:r>
            <a:r>
              <a:rPr lang="en-US" sz="2400" b="0" strike="noStrike" spc="-1">
                <a:solidFill>
                  <a:srgbClr val="00B050"/>
                </a:solidFill>
                <a:latin typeface="Lucida Sans Unicode"/>
              </a:rPr>
              <a:t>a </a:t>
            </a:r>
            <a:r>
              <a:rPr lang="en-US" sz="2400" b="0" strike="noStrike" spc="-1">
                <a:solidFill>
                  <a:srgbClr val="00B050"/>
                </a:solidFill>
                <a:latin typeface="Symbol"/>
              </a:rPr>
              <a:t></a:t>
            </a:r>
            <a:r>
              <a:rPr lang="en-US" sz="2400" b="0" strike="noStrike" spc="-1">
                <a:solidFill>
                  <a:srgbClr val="00B050"/>
                </a:solidFill>
                <a:latin typeface="Lucida Sans Unicode"/>
              </a:rPr>
              <a:t> b</a:t>
            </a:r>
            <a:r>
              <a:rPr lang="en-US" sz="2400" b="0" strike="noStrike" spc="-1">
                <a:solidFill>
                  <a:srgbClr val="000000"/>
                </a:solidFill>
                <a:latin typeface="Lucida Sans Unicode"/>
              </a:rPr>
              <a:t>) and (</a:t>
            </a:r>
            <a:r>
              <a:rPr lang="en-US" sz="2400" b="0" strike="noStrike" spc="-1">
                <a:solidFill>
                  <a:srgbClr val="00B050"/>
                </a:solidFill>
                <a:latin typeface="Lucida Sans Unicode"/>
              </a:rPr>
              <a:t>b </a:t>
            </a:r>
            <a:r>
              <a:rPr lang="en-US" sz="2400" b="0" strike="noStrike" spc="-1">
                <a:solidFill>
                  <a:srgbClr val="00B050"/>
                </a:solidFill>
                <a:latin typeface="Symbol"/>
              </a:rPr>
              <a:t></a:t>
            </a:r>
            <a:r>
              <a:rPr lang="en-US" sz="2400" b="0" strike="noStrike" spc="-1">
                <a:solidFill>
                  <a:srgbClr val="00B050"/>
                </a:solidFill>
                <a:latin typeface="Lucida Sans Unicode"/>
              </a:rPr>
              <a:t> c</a:t>
            </a:r>
            <a:r>
              <a:rPr lang="en-US" sz="2400" b="0" strike="noStrike" spc="-1">
                <a:solidFill>
                  <a:srgbClr val="000000"/>
                </a:solidFill>
                <a:latin typeface="Lucida Sans Unicode"/>
              </a:rPr>
              <a:t>) are true, (</a:t>
            </a:r>
            <a:r>
              <a:rPr lang="en-US" sz="2400" b="0" strike="noStrike" spc="-1">
                <a:solidFill>
                  <a:srgbClr val="00B050"/>
                </a:solidFill>
                <a:latin typeface="Lucida Sans Unicode"/>
              </a:rPr>
              <a:t>a </a:t>
            </a:r>
            <a:r>
              <a:rPr lang="en-US" sz="2400" b="0" strike="noStrike" spc="-1">
                <a:solidFill>
                  <a:srgbClr val="00B050"/>
                </a:solidFill>
                <a:latin typeface="Symbol"/>
              </a:rPr>
              <a:t></a:t>
            </a:r>
            <a:r>
              <a:rPr lang="en-US" sz="2400" b="0" strike="noStrike" spc="-1">
                <a:solidFill>
                  <a:srgbClr val="00B050"/>
                </a:solidFill>
                <a:latin typeface="Lucida Sans Unicode"/>
              </a:rPr>
              <a:t> c</a:t>
            </a:r>
            <a:r>
              <a:rPr lang="en-US" sz="2400" b="0" strike="noStrike" spc="-1">
                <a:solidFill>
                  <a:srgbClr val="000000"/>
                </a:solidFill>
                <a:latin typeface="Lucida Sans Unicode"/>
              </a:rPr>
              <a:t>) is also true.</a:t>
            </a:r>
          </a:p>
          <a:p>
            <a:pPr marL="609480" indent="-609480">
              <a:lnSpc>
                <a:spcPct val="100000"/>
              </a:lnSpc>
              <a:spcBef>
                <a:spcPts val="400"/>
              </a:spcBef>
              <a:buNone/>
              <a:tabLst>
                <a:tab pos="0" algn="l"/>
              </a:tabLst>
            </a:pPr>
            <a:endParaRPr lang="en-US" sz="2400" b="0" strike="noStrike" spc="-1">
              <a:solidFill>
                <a:srgbClr val="000000"/>
              </a:solidFill>
              <a:latin typeface="Lucida Sans Unicode"/>
            </a:endParaRPr>
          </a:p>
          <a:p>
            <a:pPr marL="609480" indent="-609480">
              <a:lnSpc>
                <a:spcPct val="100000"/>
              </a:lnSpc>
              <a:spcBef>
                <a:spcPts val="400"/>
              </a:spcBef>
              <a:buClr>
                <a:srgbClr val="2DA2BF"/>
              </a:buClr>
              <a:buSzPct val="68000"/>
              <a:buFont typeface="Wingdings 3" charset="2"/>
              <a:buChar char=""/>
              <a:tabLst>
                <a:tab pos="0" algn="l"/>
              </a:tabLst>
            </a:pPr>
            <a:r>
              <a:rPr lang="en-US" sz="2400" b="0" strike="noStrike" spc="-1">
                <a:solidFill>
                  <a:srgbClr val="000000"/>
                </a:solidFill>
                <a:latin typeface="Lucida Sans Unicode"/>
              </a:rPr>
              <a:t>Antecedent of the 1</a:t>
            </a:r>
            <a:r>
              <a:rPr lang="en-US" sz="2400" b="0" strike="noStrike" spc="-1" baseline="30000">
                <a:solidFill>
                  <a:srgbClr val="000000"/>
                </a:solidFill>
                <a:latin typeface="Lucida Sans Unicode"/>
              </a:rPr>
              <a:t>st</a:t>
            </a:r>
            <a:r>
              <a:rPr lang="en-US" sz="2400" b="0" strike="noStrike" spc="-1">
                <a:solidFill>
                  <a:srgbClr val="000000"/>
                </a:solidFill>
                <a:latin typeface="Lucida Sans Unicode"/>
              </a:rPr>
              <a:t> rule (</a:t>
            </a:r>
            <a:r>
              <a:rPr lang="en-US" sz="2400" b="0" strike="noStrike" spc="-1">
                <a:solidFill>
                  <a:srgbClr val="00B050"/>
                </a:solidFill>
                <a:latin typeface="Lucida Sans Unicode"/>
              </a:rPr>
              <a:t>b</a:t>
            </a:r>
            <a:r>
              <a:rPr lang="en-US" sz="2400" b="0" strike="noStrike" spc="-1">
                <a:solidFill>
                  <a:srgbClr val="000000"/>
                </a:solidFill>
                <a:latin typeface="Lucida Sans Unicode"/>
              </a:rPr>
              <a:t>) is a premise of the 2</a:t>
            </a:r>
            <a:r>
              <a:rPr lang="en-US" sz="2400" b="0" strike="noStrike" spc="-1" baseline="30000">
                <a:solidFill>
                  <a:srgbClr val="000000"/>
                </a:solidFill>
                <a:latin typeface="Lucida Sans Unicode"/>
              </a:rPr>
              <a:t>nd</a:t>
            </a:r>
            <a:r>
              <a:rPr lang="en-US" sz="2400" b="0" strike="noStrike" spc="-1">
                <a:solidFill>
                  <a:srgbClr val="000000"/>
                </a:solidFill>
                <a:latin typeface="Lucida Sans Unicode"/>
              </a:rPr>
              <a:t> rule.  The 3</a:t>
            </a:r>
            <a:r>
              <a:rPr lang="en-US" sz="2400" b="0" strike="noStrike" spc="-1" baseline="30000">
                <a:solidFill>
                  <a:srgbClr val="000000"/>
                </a:solidFill>
                <a:latin typeface="Lucida Sans Unicode"/>
              </a:rPr>
              <a:t>rd</a:t>
            </a:r>
            <a:r>
              <a:rPr lang="en-US" sz="2400" b="0" strike="noStrike" spc="-1">
                <a:solidFill>
                  <a:srgbClr val="000000"/>
                </a:solidFill>
                <a:latin typeface="Lucida Sans Unicode"/>
              </a:rPr>
              <a:t> rule concluded consists of:</a:t>
            </a:r>
          </a:p>
          <a:p>
            <a:pPr marL="855720" lvl="1" indent="-289080">
              <a:lnSpc>
                <a:spcPct val="100000"/>
              </a:lnSpc>
              <a:spcBef>
                <a:spcPts val="323"/>
              </a:spcBef>
              <a:buClr>
                <a:srgbClr val="2DA2BF"/>
              </a:buClr>
              <a:buFont typeface="Verdana"/>
              <a:buChar char="◦"/>
              <a:tabLst>
                <a:tab pos="0" algn="l"/>
              </a:tabLst>
            </a:pPr>
            <a:r>
              <a:rPr lang="en-US" sz="2300" b="0" strike="noStrike" spc="-1">
                <a:solidFill>
                  <a:srgbClr val="000000"/>
                </a:solidFill>
                <a:latin typeface="Lucida Sans Unicode"/>
              </a:rPr>
              <a:t> the antecedent of the first rule (</a:t>
            </a:r>
            <a:r>
              <a:rPr lang="en-US" sz="2300" b="0" strike="noStrike" spc="-1">
                <a:solidFill>
                  <a:srgbClr val="00B050"/>
                </a:solidFill>
                <a:latin typeface="Lucida Sans Unicode"/>
              </a:rPr>
              <a:t>a</a:t>
            </a:r>
            <a:r>
              <a:rPr lang="en-US" sz="2300" b="0" strike="noStrike" spc="-1">
                <a:solidFill>
                  <a:srgbClr val="000000"/>
                </a:solidFill>
                <a:latin typeface="Lucida Sans Unicode"/>
              </a:rPr>
              <a:t>) and </a:t>
            </a:r>
          </a:p>
          <a:p>
            <a:pPr marL="901800" lvl="1" indent="-334800">
              <a:lnSpc>
                <a:spcPct val="100000"/>
              </a:lnSpc>
              <a:spcBef>
                <a:spcPts val="323"/>
              </a:spcBef>
              <a:buClr>
                <a:srgbClr val="2DA2BF"/>
              </a:buClr>
              <a:buFont typeface="Verdana"/>
              <a:buChar char="◦"/>
              <a:tabLst>
                <a:tab pos="0" algn="l"/>
              </a:tabLst>
            </a:pPr>
            <a:r>
              <a:rPr lang="en-US" sz="2300" b="0" strike="noStrike" spc="-1">
                <a:solidFill>
                  <a:srgbClr val="000000"/>
                </a:solidFill>
                <a:latin typeface="Lucida Sans Unicode"/>
              </a:rPr>
              <a:t>the consequent of the second rule (</a:t>
            </a:r>
            <a:r>
              <a:rPr lang="en-US" sz="2300" b="0" strike="noStrike" spc="-1">
                <a:solidFill>
                  <a:srgbClr val="00B050"/>
                </a:solidFill>
                <a:latin typeface="Lucida Sans Unicode"/>
              </a:rPr>
              <a:t>c</a:t>
            </a:r>
            <a:r>
              <a:rPr lang="en-US" sz="2300" b="0" strike="noStrike" spc="-1">
                <a:solidFill>
                  <a:srgbClr val="000000"/>
                </a:solidFill>
                <a:latin typeface="Lucida Sans Unicode"/>
              </a:rPr>
              <a:t>) .</a:t>
            </a:r>
          </a:p>
        </p:txBody>
      </p:sp>
      <p:sp>
        <p:nvSpPr>
          <p:cNvPr id="232"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fontScale="90000"/>
          </a:bodyPr>
          <a:lstStyle/>
          <a:p>
            <a:pPr>
              <a:lnSpc>
                <a:spcPct val="100000"/>
              </a:lnSpc>
              <a:buNone/>
            </a:pPr>
            <a:r>
              <a:rPr lang="en-US" sz="4100" b="1" strike="noStrike" spc="-1">
                <a:solidFill>
                  <a:srgbClr val="464646"/>
                </a:solidFill>
                <a:latin typeface="Lucida Sans Unicode"/>
              </a:rPr>
              <a:t>Technique 3: Hypothetical Syllogism</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Flowchart: Document 7"/>
          <p:cNvSpPr/>
          <p:nvPr/>
        </p:nvSpPr>
        <p:spPr>
          <a:xfrm>
            <a:off x="1417680" y="2008440"/>
            <a:ext cx="2677320" cy="1535400"/>
          </a:xfrm>
          <a:prstGeom prst="flowChartDocument">
            <a:avLst/>
          </a:prstGeom>
          <a:gradFill rotWithShape="0">
            <a:gsLst>
              <a:gs pos="0">
                <a:srgbClr val="FF9193"/>
              </a:gs>
              <a:gs pos="100000">
                <a:srgbClr val="FFCBCD"/>
              </a:gs>
            </a:gsLst>
            <a:lin ang="16200000"/>
          </a:gradFill>
          <a:ln>
            <a:solidFill>
              <a:srgbClr val="DA1F28"/>
            </a:solidFill>
            <a:round/>
          </a:ln>
          <a:effectLst>
            <a:outerShdw blurRad="50760" dist="38160" dir="5400000" rotWithShape="0">
              <a:srgbClr val="000000">
                <a:alpha val="35000"/>
              </a:srgbClr>
            </a:outerShdw>
          </a:effectLst>
        </p:spPr>
        <p:style>
          <a:lnRef idx="1">
            <a:schemeClr val="accent2"/>
          </a:lnRef>
          <a:fillRef idx="2">
            <a:schemeClr val="accent2"/>
          </a:fillRef>
          <a:effectRef idx="1">
            <a:schemeClr val="accent2"/>
          </a:effectRef>
          <a:fontRef idx="minor"/>
        </p:style>
      </p:sp>
      <p:sp>
        <p:nvSpPr>
          <p:cNvPr id="234" name="PlaceHolder 1"/>
          <p:cNvSpPr>
            <a:spLocks noGrp="1"/>
          </p:cNvSpPr>
          <p:nvPr>
            <p:ph/>
          </p:nvPr>
        </p:nvSpPr>
        <p:spPr>
          <a:xfrm>
            <a:off x="551160" y="1321920"/>
            <a:ext cx="9072360" cy="3816720"/>
          </a:xfrm>
          <a:prstGeom prst="rect">
            <a:avLst/>
          </a:prstGeom>
          <a:noFill/>
          <a:ln w="0">
            <a:noFill/>
          </a:ln>
        </p:spPr>
        <p:txBody>
          <a:bodyPr lIns="90000" tIns="45000" rIns="90000" bIns="45000" anchor="t">
            <a:noAutofit/>
          </a:bodyPr>
          <a:lstStyle/>
          <a:p>
            <a:pPr marL="609480" indent="-609480">
              <a:lnSpc>
                <a:spcPct val="100000"/>
              </a:lnSpc>
              <a:spcBef>
                <a:spcPts val="400"/>
              </a:spcBef>
              <a:buClr>
                <a:srgbClr val="2DA2BF"/>
              </a:buClr>
              <a:buSzPct val="68000"/>
              <a:buFont typeface="Wingdings 3" charset="2"/>
              <a:buChar char=""/>
            </a:pPr>
            <a:r>
              <a:rPr lang="en-US" sz="2700" b="0" strike="noStrike" spc="-1">
                <a:solidFill>
                  <a:srgbClr val="FF0000"/>
                </a:solidFill>
                <a:latin typeface="Lucida Sans Unicode"/>
              </a:rPr>
              <a:t>Basic form:</a:t>
            </a:r>
            <a:endParaRPr lang="en-US" sz="2700" b="0" strike="noStrike" spc="-1">
              <a:solidFill>
                <a:srgbClr val="000000"/>
              </a:solidFill>
              <a:latin typeface="Lucida Sans Unicode"/>
            </a:endParaRPr>
          </a:p>
          <a:p>
            <a:pPr marL="609480" indent="-609480">
              <a:lnSpc>
                <a:spcPct val="100000"/>
              </a:lnSpc>
              <a:spcBef>
                <a:spcPts val="400"/>
              </a:spcBef>
              <a:buNone/>
              <a:tabLst>
                <a:tab pos="0" algn="l"/>
              </a:tabLst>
            </a:pPr>
            <a:endParaRPr lang="en-US" sz="2700" b="0" strike="noStrike" spc="-1">
              <a:solidFill>
                <a:srgbClr val="000000"/>
              </a:solidFill>
              <a:latin typeface="Lucida Sans Unicode"/>
            </a:endParaRPr>
          </a:p>
          <a:p>
            <a:pPr marL="609480" indent="-609480">
              <a:lnSpc>
                <a:spcPct val="100000"/>
              </a:lnSpc>
              <a:spcBef>
                <a:spcPts val="400"/>
              </a:spcBef>
              <a:buNone/>
              <a:tabLst>
                <a:tab pos="0" algn="l"/>
              </a:tabLst>
            </a:pPr>
            <a:r>
              <a:rPr lang="en-US" sz="2700" b="0" strike="noStrike" spc="-1">
                <a:solidFill>
                  <a:srgbClr val="000000"/>
                </a:solidFill>
                <a:latin typeface="Lucida Sans Unicode"/>
              </a:rPr>
              <a:t>	</a:t>
            </a:r>
            <a:r>
              <a:rPr lang="en-US" sz="2400" b="0" strike="noStrike" spc="-1">
                <a:solidFill>
                  <a:srgbClr val="000000"/>
                </a:solidFill>
                <a:latin typeface="Lucida Sans Unicode"/>
              </a:rPr>
              <a:t>	</a:t>
            </a:r>
            <a:r>
              <a:rPr lang="en-US" sz="2800" b="0" strike="noStrike" spc="-1">
                <a:solidFill>
                  <a:srgbClr val="000000"/>
                </a:solidFill>
                <a:latin typeface="Lucida Sans Unicode"/>
              </a:rPr>
              <a:t>A	</a:t>
            </a:r>
            <a:r>
              <a:rPr lang="en-US" sz="2800" b="0" strike="noStrike" spc="-1">
                <a:solidFill>
                  <a:srgbClr val="000000"/>
                </a:solidFill>
                <a:latin typeface="Wingdings"/>
              </a:rPr>
              <a:t></a:t>
            </a:r>
            <a:r>
              <a:rPr lang="en-US" sz="2800" b="0" strike="noStrike" spc="-1">
                <a:solidFill>
                  <a:srgbClr val="000000"/>
                </a:solidFill>
                <a:latin typeface="Lucida Sans Unicode"/>
              </a:rPr>
              <a:t>	B</a:t>
            </a:r>
          </a:p>
          <a:p>
            <a:pPr marL="609480" indent="-609480">
              <a:lnSpc>
                <a:spcPct val="100000"/>
              </a:lnSpc>
              <a:spcBef>
                <a:spcPts val="400"/>
              </a:spcBef>
              <a:buNone/>
              <a:tabLst>
                <a:tab pos="0" algn="l"/>
              </a:tabLst>
            </a:pPr>
            <a:r>
              <a:rPr lang="en-US" sz="2800" b="0" strike="noStrike" spc="-1">
                <a:solidFill>
                  <a:srgbClr val="000000"/>
                </a:solidFill>
                <a:latin typeface="Lucida Sans Unicode"/>
              </a:rPr>
              <a:t>		</a:t>
            </a:r>
            <a:r>
              <a:rPr lang="en-US" sz="2800" b="0" u="sng" strike="noStrike" spc="-1">
                <a:solidFill>
                  <a:srgbClr val="000000"/>
                </a:solidFill>
                <a:uFillTx/>
                <a:latin typeface="Lucida Sans Unicode"/>
              </a:rPr>
              <a:t>B	</a:t>
            </a:r>
            <a:r>
              <a:rPr lang="en-US" sz="2800" b="0" u="sng" strike="noStrike" spc="-1">
                <a:solidFill>
                  <a:srgbClr val="000000"/>
                </a:solidFill>
                <a:uFillTx/>
                <a:latin typeface="Wingdings"/>
              </a:rPr>
              <a:t></a:t>
            </a:r>
            <a:r>
              <a:rPr lang="en-US" sz="2800" b="0" u="sng" strike="noStrike" spc="-1">
                <a:solidFill>
                  <a:srgbClr val="000000"/>
                </a:solidFill>
                <a:uFillTx/>
                <a:latin typeface="Lucida Sans Unicode"/>
              </a:rPr>
              <a:t>	C</a:t>
            </a: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US" sz="2800" b="0" strike="noStrike" spc="-1">
                <a:solidFill>
                  <a:srgbClr val="000000"/>
                </a:solidFill>
                <a:latin typeface="Lucida Sans Unicode"/>
              </a:rPr>
              <a:t>		A      </a:t>
            </a:r>
            <a:r>
              <a:rPr lang="en-US" sz="2800" b="0" strike="noStrike" spc="-1">
                <a:solidFill>
                  <a:srgbClr val="000000"/>
                </a:solidFill>
                <a:latin typeface="Wingdings"/>
              </a:rPr>
              <a:t></a:t>
            </a:r>
            <a:r>
              <a:rPr lang="en-US" sz="2800" b="0" strike="noStrike" spc="-1">
                <a:solidFill>
                  <a:srgbClr val="000000"/>
                </a:solidFill>
                <a:latin typeface="Lucida Sans Unicode"/>
              </a:rPr>
              <a:t>     C</a:t>
            </a:r>
          </a:p>
          <a:p>
            <a:pPr marL="609480" indent="-609480">
              <a:lnSpc>
                <a:spcPct val="100000"/>
              </a:lnSpc>
              <a:spcBef>
                <a:spcPts val="400"/>
              </a:spcBef>
              <a:buNone/>
              <a:tabLst>
                <a:tab pos="0" algn="l"/>
              </a:tabLst>
            </a:pPr>
            <a:endParaRPr lang="en-US" sz="2800" b="0" strike="noStrike" spc="-1">
              <a:solidFill>
                <a:srgbClr val="000000"/>
              </a:solidFill>
              <a:latin typeface="Lucida Sans Unicode"/>
            </a:endParaRPr>
          </a:p>
          <a:p>
            <a:pPr marL="609480" indent="-609480">
              <a:lnSpc>
                <a:spcPct val="100000"/>
              </a:lnSpc>
              <a:spcBef>
                <a:spcPts val="400"/>
              </a:spcBef>
              <a:buNone/>
              <a:tabLst>
                <a:tab pos="0" algn="l"/>
              </a:tabLst>
            </a:pPr>
            <a:r>
              <a:rPr lang="en-US" sz="2800" b="0" strike="noStrike" spc="-1">
                <a:solidFill>
                  <a:srgbClr val="000000"/>
                </a:solidFill>
                <a:latin typeface="Lucida Sans Unicode"/>
              </a:rPr>
              <a:t>				</a:t>
            </a:r>
          </a:p>
          <a:p>
            <a:pPr marL="609480" indent="-609480">
              <a:lnSpc>
                <a:spcPct val="100000"/>
              </a:lnSpc>
              <a:spcBef>
                <a:spcPts val="400"/>
              </a:spcBef>
              <a:buNone/>
              <a:tabLst>
                <a:tab pos="0" algn="l"/>
              </a:tabLst>
            </a:pPr>
            <a:r>
              <a:rPr lang="en-US" sz="2800" b="0" strike="noStrike" spc="-1">
                <a:solidFill>
                  <a:srgbClr val="000000"/>
                </a:solidFill>
                <a:latin typeface="Lucida Sans Unicode"/>
              </a:rPr>
              <a:t>				((A </a:t>
            </a:r>
            <a:r>
              <a:rPr lang="en-US" sz="2800" b="0" strike="noStrike" spc="-1">
                <a:solidFill>
                  <a:srgbClr val="000000"/>
                </a:solidFill>
                <a:latin typeface="Wingdings"/>
              </a:rPr>
              <a:t></a:t>
            </a:r>
            <a:r>
              <a:rPr lang="en-US" sz="2800" b="0" strike="noStrike" spc="-1">
                <a:solidFill>
                  <a:srgbClr val="000000"/>
                </a:solidFill>
                <a:latin typeface="Lucida Sans Unicode"/>
              </a:rPr>
              <a:t> B) </a:t>
            </a:r>
            <a:r>
              <a:rPr lang="en-US" sz="2800" b="0" strike="noStrike" spc="-1">
                <a:solidFill>
                  <a:srgbClr val="000000"/>
                </a:solidFill>
                <a:latin typeface="Symbol"/>
              </a:rPr>
              <a:t></a:t>
            </a:r>
            <a:r>
              <a:rPr lang="en-US" sz="2800" b="0" strike="noStrike" spc="-1">
                <a:solidFill>
                  <a:srgbClr val="000000"/>
                </a:solidFill>
                <a:latin typeface="Lucida Sans Unicode"/>
              </a:rPr>
              <a:t> (B </a:t>
            </a:r>
            <a:r>
              <a:rPr lang="en-US" sz="2800" b="0" strike="noStrike" spc="-1">
                <a:solidFill>
                  <a:srgbClr val="000000"/>
                </a:solidFill>
                <a:latin typeface="Wingdings"/>
              </a:rPr>
              <a:t></a:t>
            </a:r>
            <a:r>
              <a:rPr lang="en-US" sz="2800" b="0" strike="noStrike" spc="-1">
                <a:solidFill>
                  <a:srgbClr val="000000"/>
                </a:solidFill>
                <a:latin typeface="Lucida Sans Unicode"/>
              </a:rPr>
              <a:t> C)) </a:t>
            </a:r>
            <a:r>
              <a:rPr lang="en-US" sz="2800" b="0" strike="noStrike" spc="-1">
                <a:solidFill>
                  <a:srgbClr val="000000"/>
                </a:solidFill>
                <a:latin typeface="Wingdings"/>
              </a:rPr>
              <a:t></a:t>
            </a:r>
            <a:r>
              <a:rPr lang="en-US" sz="2800" b="0" strike="noStrike" spc="-1">
                <a:solidFill>
                  <a:srgbClr val="000000"/>
                </a:solidFill>
                <a:latin typeface="Lucida Sans Unicode"/>
              </a:rPr>
              <a:t> (A </a:t>
            </a:r>
            <a:r>
              <a:rPr lang="en-US" sz="2800" b="0" strike="noStrike" spc="-1">
                <a:solidFill>
                  <a:srgbClr val="000000"/>
                </a:solidFill>
                <a:latin typeface="Wingdings"/>
              </a:rPr>
              <a:t></a:t>
            </a:r>
            <a:r>
              <a:rPr lang="en-US" sz="2800" b="0" strike="noStrike" spc="-1">
                <a:solidFill>
                  <a:srgbClr val="000000"/>
                </a:solidFill>
                <a:latin typeface="Lucida Sans Unicode"/>
              </a:rPr>
              <a:t> C)</a:t>
            </a:r>
          </a:p>
          <a:p>
            <a:pPr>
              <a:lnSpc>
                <a:spcPct val="100000"/>
              </a:lnSpc>
              <a:spcBef>
                <a:spcPts val="400"/>
              </a:spcBef>
              <a:buNone/>
              <a:tabLst>
                <a:tab pos="0" algn="l"/>
              </a:tabLst>
            </a:pPr>
            <a:endParaRPr lang="en-US" sz="2800" b="0" strike="noStrike" spc="-1">
              <a:solidFill>
                <a:srgbClr val="000000"/>
              </a:solidFill>
              <a:latin typeface="Lucida Sans Unicode"/>
            </a:endParaRPr>
          </a:p>
        </p:txBody>
      </p:sp>
      <p:sp>
        <p:nvSpPr>
          <p:cNvPr id="235"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Hypothetical Syllogism</a:t>
            </a:r>
            <a:endParaRPr lang="en-US" sz="4100" b="0" strike="noStrike" spc="-1">
              <a:solidFill>
                <a:srgbClr val="000000"/>
              </a:solidFill>
              <a:latin typeface="Franklin Gothic Medium"/>
            </a:endParaRPr>
          </a:p>
        </p:txBody>
      </p:sp>
      <p:sp>
        <p:nvSpPr>
          <p:cNvPr id="236" name="Curved Down Arrow 3"/>
          <p:cNvSpPr/>
          <p:nvPr/>
        </p:nvSpPr>
        <p:spPr>
          <a:xfrm rot="2171400">
            <a:off x="4357800" y="3115080"/>
            <a:ext cx="1743120" cy="366480"/>
          </a:xfrm>
          <a:prstGeom prst="curvedDownArrow">
            <a:avLst>
              <a:gd name="adj1" fmla="val 25000"/>
              <a:gd name="adj2" fmla="val 111637"/>
              <a:gd name="adj3" fmla="val 44255"/>
            </a:avLst>
          </a:prstGeom>
          <a:solidFill>
            <a:schemeClr val="accent3">
              <a:lumMod val="75000"/>
            </a:schemeClr>
          </a:solidFill>
          <a:ln>
            <a:solidFill>
              <a:srgbClr val="EB641B">
                <a:lumMod val="75000"/>
              </a:srgbClr>
            </a:solidFill>
            <a:round/>
          </a:ln>
          <a:effectLst>
            <a:glow rad="63360">
              <a:srgbClr val="F9000C">
                <a:alpha val="40000"/>
              </a:srgbClr>
            </a:glow>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Effect transition="in" filter="checkerboard(across)">
                                      <p:cBhvr additive="repl">
                                        <p:cTn id="7" dur="500"/>
                                        <p:tgtEl>
                                          <p:spTgt spid="236"/>
                                        </p:tgtEl>
                                      </p:cBhvr>
                                    </p:animEffect>
                                  </p:childTnLst>
                                </p:cTn>
                              </p:par>
                              <p:par>
                                <p:cTn id="8" presetID="2" presetClass="entr" presetSubtype="2" fill="hold" nodeType="withEffect">
                                  <p:stCondLst>
                                    <p:cond delay="0"/>
                                  </p:stCondLst>
                                  <p:childTnLst>
                                    <p:set>
                                      <p:cBhvr>
                                        <p:cTn id="9" dur="1" fill="hold">
                                          <p:stCondLst>
                                            <p:cond delay="0"/>
                                          </p:stCondLst>
                                        </p:cTn>
                                        <p:tgtEl>
                                          <p:spTgt spid="234">
                                            <p:txEl>
                                              <p:pRg st="7" end="7"/>
                                            </p:txEl>
                                          </p:spTgt>
                                        </p:tgtEl>
                                        <p:attrNameLst>
                                          <p:attrName>style.visibility</p:attrName>
                                        </p:attrNameLst>
                                      </p:cBhvr>
                                      <p:to>
                                        <p:strVal val="visible"/>
                                      </p:to>
                                    </p:set>
                                    <p:anim calcmode="lin" valueType="num">
                                      <p:cBhvr additive="repl">
                                        <p:cTn id="10" dur="2000" fill="hold"/>
                                        <p:tgtEl>
                                          <p:spTgt spid="234">
                                            <p:txEl>
                                              <p:pRg st="7" end="7"/>
                                            </p:txEl>
                                          </p:spTgt>
                                        </p:tgtEl>
                                        <p:attrNameLst>
                                          <p:attrName>ppt_x</p:attrName>
                                        </p:attrNameLst>
                                      </p:cBhvr>
                                      <p:tavLst>
                                        <p:tav tm="0">
                                          <p:val>
                                            <p:strVal val="1+#ppt_w/2"/>
                                          </p:val>
                                        </p:tav>
                                        <p:tav tm="100000">
                                          <p:val>
                                            <p:strVal val="#ppt_x"/>
                                          </p:val>
                                        </p:tav>
                                      </p:tavLst>
                                    </p:anim>
                                    <p:anim calcmode="lin" valueType="num">
                                      <p:cBhvr additive="repl">
                                        <p:cTn id="11" dur="2000" fill="hold"/>
                                        <p:tgtEl>
                                          <p:spTgt spid="234">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p:cNvSpPr>
          <p:nvPr>
            <p:ph/>
          </p:nvPr>
        </p:nvSpPr>
        <p:spPr>
          <a:xfrm>
            <a:off x="504000" y="1224720"/>
            <a:ext cx="9072360" cy="3742200"/>
          </a:xfrm>
          <a:prstGeom prst="rect">
            <a:avLst/>
          </a:prstGeom>
          <a:noFill/>
          <a:ln w="0">
            <a:noFill/>
          </a:ln>
        </p:spPr>
        <p:txBody>
          <a:bodyPr lIns="90000" tIns="45000" rIns="90000" bIns="45000" anchor="t">
            <a:noAutofit/>
          </a:bodyPr>
          <a:lstStyle/>
          <a:p>
            <a:pPr marL="365760" indent="-255960">
              <a:lnSpc>
                <a:spcPct val="100000"/>
              </a:lnSpc>
              <a:spcBef>
                <a:spcPts val="400"/>
              </a:spcBef>
              <a:buClr>
                <a:srgbClr val="2DA2BF"/>
              </a:buClr>
              <a:buSzPct val="68000"/>
              <a:buFont typeface="Wingdings 3" charset="2"/>
              <a:buChar char=""/>
            </a:pPr>
            <a:r>
              <a:rPr lang="en-US" sz="2700" b="0" strike="noStrike" spc="-1">
                <a:solidFill>
                  <a:srgbClr val="00B0F0"/>
                </a:solidFill>
                <a:latin typeface="Lucida Sans Unicode"/>
              </a:rPr>
              <a:t>Definition</a:t>
            </a:r>
            <a:endParaRPr lang="en-US" sz="2700" b="0" strike="noStrike" spc="-1">
              <a:solidFill>
                <a:srgbClr val="000000"/>
              </a:solidFill>
              <a:latin typeface="Lucida Sans Unicode"/>
            </a:endParaRPr>
          </a:p>
          <a:p>
            <a:pPr marL="621720" lvl="1" indent="-228600">
              <a:lnSpc>
                <a:spcPct val="100000"/>
              </a:lnSpc>
              <a:spcBef>
                <a:spcPts val="323"/>
              </a:spcBef>
              <a:buClr>
                <a:srgbClr val="2DA2BF"/>
              </a:buClr>
              <a:buFont typeface="Verdana"/>
              <a:buChar char="◦"/>
            </a:pPr>
            <a:r>
              <a:rPr lang="en-US" sz="2300" b="0" strike="noStrike" spc="-1">
                <a:solidFill>
                  <a:srgbClr val="000000"/>
                </a:solidFill>
                <a:latin typeface="Lucida Sans Unicode"/>
              </a:rPr>
              <a:t>An inference strategy that is used to determine the truth of an insertion (new fact)</a:t>
            </a:r>
          </a:p>
          <a:p>
            <a:pPr marL="365760" indent="-255960">
              <a:lnSpc>
                <a:spcPct val="100000"/>
              </a:lnSpc>
              <a:spcBef>
                <a:spcPts val="400"/>
              </a:spcBef>
              <a:buClr>
                <a:srgbClr val="2DA2BF"/>
              </a:buClr>
              <a:buSzPct val="68000"/>
              <a:buFont typeface="Wingdings 3" charset="2"/>
              <a:buChar char=""/>
            </a:pPr>
            <a:r>
              <a:rPr lang="en-US" sz="2700" b="0" strike="noStrike" spc="-1">
                <a:solidFill>
                  <a:srgbClr val="000000"/>
                </a:solidFill>
                <a:latin typeface="Lucida Sans Unicode"/>
              </a:rPr>
              <a:t>Structure: </a:t>
            </a:r>
          </a:p>
          <a:p>
            <a:pPr marL="621720" lvl="1" indent="-228600">
              <a:lnSpc>
                <a:spcPct val="100000"/>
              </a:lnSpc>
              <a:spcBef>
                <a:spcPts val="323"/>
              </a:spcBef>
              <a:buClr>
                <a:srgbClr val="2DA2BF"/>
              </a:buClr>
              <a:buFont typeface="Verdana"/>
              <a:buChar char="◦"/>
            </a:pPr>
            <a:r>
              <a:rPr lang="en-US" sz="2300" b="1" strike="noStrike" spc="-1">
                <a:solidFill>
                  <a:srgbClr val="000000"/>
                </a:solidFill>
                <a:latin typeface="Lucida Sans Unicode"/>
              </a:rPr>
              <a:t>(A v B) </a:t>
            </a:r>
            <a:r>
              <a:rPr lang="en-US" sz="2300" b="1" strike="noStrike" spc="-1">
                <a:solidFill>
                  <a:srgbClr val="000000"/>
                </a:solidFill>
                <a:latin typeface="Symbol"/>
              </a:rPr>
              <a:t></a:t>
            </a:r>
            <a:r>
              <a:rPr lang="en-US" sz="2300" b="1" strike="noStrike" spc="-1">
                <a:solidFill>
                  <a:srgbClr val="000000"/>
                </a:solidFill>
                <a:latin typeface="Lucida Sans Unicode"/>
              </a:rPr>
              <a:t> (</a:t>
            </a:r>
            <a:r>
              <a:rPr lang="en-US" sz="2300" b="1" strike="noStrike" spc="-1">
                <a:solidFill>
                  <a:srgbClr val="000000"/>
                </a:solidFill>
                <a:latin typeface="Symbol"/>
              </a:rPr>
              <a:t></a:t>
            </a:r>
            <a:r>
              <a:rPr lang="en-US" sz="2300" b="1" strike="noStrike" spc="-1">
                <a:solidFill>
                  <a:srgbClr val="000000"/>
                </a:solidFill>
                <a:latin typeface="Lucida Sans Unicode"/>
              </a:rPr>
              <a:t>B v C) = (A v C) </a:t>
            </a:r>
            <a:r>
              <a:rPr lang="en-US" sz="2300" b="0" strike="noStrike" spc="-1">
                <a:solidFill>
                  <a:srgbClr val="000000"/>
                </a:solidFill>
                <a:latin typeface="Lucida Sans Unicode"/>
              </a:rPr>
              <a:t>* since B </a:t>
            </a:r>
            <a:r>
              <a:rPr lang="en-US" sz="2300" b="0" strike="noStrike" spc="-1">
                <a:solidFill>
                  <a:srgbClr val="000000"/>
                </a:solidFill>
                <a:latin typeface="Symbol"/>
              </a:rPr>
              <a:t></a:t>
            </a:r>
            <a:r>
              <a:rPr lang="en-US" sz="2300" b="0" strike="noStrike" spc="-1">
                <a:solidFill>
                  <a:srgbClr val="000000"/>
                </a:solidFill>
                <a:latin typeface="Lucida Sans Unicode"/>
              </a:rPr>
              <a:t> </a:t>
            </a:r>
            <a:r>
              <a:rPr lang="en-US" sz="2300" b="0" strike="noStrike" spc="-1">
                <a:solidFill>
                  <a:srgbClr val="000000"/>
                </a:solidFill>
                <a:latin typeface="Symbol"/>
              </a:rPr>
              <a:t></a:t>
            </a:r>
            <a:r>
              <a:rPr lang="en-US" sz="2300" b="0" strike="noStrike" spc="-1">
                <a:solidFill>
                  <a:srgbClr val="000000"/>
                </a:solidFill>
                <a:latin typeface="Lucida Sans Unicode"/>
              </a:rPr>
              <a:t>B can be resolved.</a:t>
            </a:r>
          </a:p>
        </p:txBody>
      </p:sp>
      <p:sp>
        <p:nvSpPr>
          <p:cNvPr id="238"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Technique 4: Resolution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p:nvPr>
        </p:nvSpPr>
        <p:spPr>
          <a:xfrm>
            <a:off x="0" y="1432080"/>
            <a:ext cx="9608040" cy="3825000"/>
          </a:xfrm>
          <a:prstGeom prst="rect">
            <a:avLst/>
          </a:prstGeom>
          <a:noFill/>
          <a:ln w="0">
            <a:noFill/>
          </a:ln>
        </p:spPr>
        <p:txBody>
          <a:bodyPr lIns="90000" tIns="45000" rIns="90000" bIns="45000" anchor="t">
            <a:noAutofit/>
          </a:bodyPr>
          <a:lstStyle/>
          <a:p>
            <a:pPr marL="621720" lvl="1" indent="-228600" algn="just">
              <a:lnSpc>
                <a:spcPct val="100000"/>
              </a:lnSpc>
              <a:spcBef>
                <a:spcPts val="323"/>
              </a:spcBef>
              <a:buClr>
                <a:srgbClr val="2DA2BF"/>
              </a:buClr>
              <a:buFont typeface="Verdana"/>
              <a:buChar char="◦"/>
            </a:pPr>
            <a:r>
              <a:rPr lang="en-US" sz="2300" b="0" strike="noStrike" spc="-1">
                <a:solidFill>
                  <a:srgbClr val="000000"/>
                </a:solidFill>
                <a:latin typeface="Lucida Sans Unicode"/>
              </a:rPr>
              <a:t>New insertion should contradict with original insertion.</a:t>
            </a:r>
          </a:p>
          <a:p>
            <a:pPr marL="621720" lvl="1" indent="-228600" algn="just">
              <a:lnSpc>
                <a:spcPct val="100000"/>
              </a:lnSpc>
              <a:spcBef>
                <a:spcPts val="323"/>
              </a:spcBef>
              <a:buClr>
                <a:srgbClr val="2DA2BF"/>
              </a:buClr>
              <a:buFont typeface="Verdana"/>
              <a:buChar char="◦"/>
            </a:pPr>
            <a:r>
              <a:rPr lang="en-US" sz="2300" b="0" strike="noStrike" spc="-1">
                <a:solidFill>
                  <a:srgbClr val="000000"/>
                </a:solidFill>
                <a:latin typeface="Lucida Sans Unicode"/>
              </a:rPr>
              <a:t>A </a:t>
            </a:r>
            <a:r>
              <a:rPr lang="en-US" sz="2300" b="0" strike="noStrike" spc="-1">
                <a:solidFill>
                  <a:srgbClr val="00B0F0"/>
                </a:solidFill>
                <a:latin typeface="Lucida Sans Unicode"/>
              </a:rPr>
              <a:t>contradiction</a:t>
            </a:r>
            <a:r>
              <a:rPr lang="en-US" sz="2300" b="0" strike="noStrike" spc="-1">
                <a:solidFill>
                  <a:srgbClr val="000000"/>
                </a:solidFill>
                <a:latin typeface="Lucida Sans Unicode"/>
              </a:rPr>
              <a:t> is simply two axioms that are </a:t>
            </a:r>
            <a:r>
              <a:rPr lang="en-US" sz="2300" b="0" strike="noStrike" spc="-1">
                <a:solidFill>
                  <a:srgbClr val="FF0000"/>
                </a:solidFill>
                <a:latin typeface="Lucida Sans Unicode"/>
              </a:rPr>
              <a:t>logically contradictory</a:t>
            </a:r>
            <a:r>
              <a:rPr lang="en-US" sz="2300" b="0" strike="noStrike" spc="-1">
                <a:solidFill>
                  <a:srgbClr val="000000"/>
                </a:solidFill>
                <a:latin typeface="Lucida Sans Unicode"/>
              </a:rPr>
              <a:t> (Eg: B  and </a:t>
            </a:r>
            <a:r>
              <a:rPr lang="en-US" sz="2300" b="0" strike="noStrike" spc="-1">
                <a:solidFill>
                  <a:srgbClr val="000000"/>
                </a:solidFill>
                <a:latin typeface="Symbol"/>
              </a:rPr>
              <a:t></a:t>
            </a:r>
            <a:r>
              <a:rPr lang="en-US" sz="2300" b="0" strike="noStrike" spc="-1">
                <a:solidFill>
                  <a:srgbClr val="000000"/>
                </a:solidFill>
                <a:latin typeface="Lucida Sans Unicode"/>
              </a:rPr>
              <a:t>B).</a:t>
            </a:r>
          </a:p>
          <a:p>
            <a:pPr marL="859680" lvl="2" indent="-228600" algn="just">
              <a:lnSpc>
                <a:spcPct val="100000"/>
              </a:lnSpc>
              <a:spcBef>
                <a:spcPts val="349"/>
              </a:spcBef>
              <a:buClr>
                <a:srgbClr val="DA1F28"/>
              </a:buClr>
              <a:buFont typeface="Wingdings 2" charset="2"/>
              <a:buChar char=""/>
            </a:pPr>
            <a:r>
              <a:rPr lang="en-US" sz="2100" b="0" strike="noStrike" spc="-1">
                <a:solidFill>
                  <a:srgbClr val="000000"/>
                </a:solidFill>
                <a:latin typeface="Lucida Sans Unicode"/>
              </a:rPr>
              <a:t>If B is true, saying that B is false is definitely contradict.</a:t>
            </a:r>
          </a:p>
          <a:p>
            <a:pPr marL="621720" lvl="1" indent="-228600" algn="just">
              <a:lnSpc>
                <a:spcPct val="100000"/>
              </a:lnSpc>
              <a:spcBef>
                <a:spcPts val="323"/>
              </a:spcBef>
              <a:buClr>
                <a:srgbClr val="2DA2BF"/>
              </a:buClr>
              <a:buFont typeface="Verdana"/>
              <a:buChar char="◦"/>
            </a:pPr>
            <a:r>
              <a:rPr lang="en-US" sz="2300" b="0" strike="noStrike" spc="-1">
                <a:solidFill>
                  <a:srgbClr val="000000"/>
                </a:solidFill>
                <a:latin typeface="Lucida Sans Unicode"/>
              </a:rPr>
              <a:t>Known as “proof by refutation”</a:t>
            </a:r>
          </a:p>
          <a:p>
            <a:pPr marL="621720" lvl="1" indent="-228600" algn="just">
              <a:lnSpc>
                <a:spcPct val="100000"/>
              </a:lnSpc>
              <a:spcBef>
                <a:spcPts val="323"/>
              </a:spcBef>
              <a:buClr>
                <a:srgbClr val="2DA2BF"/>
              </a:buClr>
              <a:buFont typeface="Verdana"/>
              <a:buChar char="◦"/>
            </a:pPr>
            <a:r>
              <a:rPr lang="en-US" sz="2300" b="0" strike="noStrike" spc="-1">
                <a:solidFill>
                  <a:srgbClr val="00B050"/>
                </a:solidFill>
                <a:latin typeface="Lucida Sans Unicode"/>
              </a:rPr>
              <a:t>Resolvent is</a:t>
            </a:r>
            <a:r>
              <a:rPr lang="en-US" sz="2300" b="0" strike="noStrike" spc="-1">
                <a:solidFill>
                  <a:srgbClr val="000000"/>
                </a:solidFill>
                <a:latin typeface="Lucida Sans Unicode"/>
              </a:rPr>
              <a:t> a new expression from the resolution of existing axioms. </a:t>
            </a:r>
          </a:p>
        </p:txBody>
      </p:sp>
      <p:sp>
        <p:nvSpPr>
          <p:cNvPr id="240"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p:nvPr>
        </p:nvSpPr>
        <p:spPr>
          <a:xfrm>
            <a:off x="504000" y="1417320"/>
            <a:ext cx="9072360" cy="3825000"/>
          </a:xfrm>
          <a:prstGeom prst="rect">
            <a:avLst/>
          </a:prstGeom>
          <a:noFill/>
          <a:ln w="0">
            <a:noFill/>
          </a:ln>
        </p:spPr>
        <p:txBody>
          <a:bodyPr lIns="90000" tIns="45000" rIns="90000" bIns="45000" anchor="t">
            <a:noAutofit/>
          </a:bodyPr>
          <a:lstStyle/>
          <a:p>
            <a:pPr marL="609480" indent="-609480">
              <a:lnSpc>
                <a:spcPct val="80000"/>
              </a:lnSpc>
              <a:spcBef>
                <a:spcPts val="400"/>
              </a:spcBef>
              <a:buClr>
                <a:srgbClr val="2DA2BF"/>
              </a:buClr>
              <a:buSzPct val="68000"/>
              <a:buFont typeface="Wingdings 3" charset="2"/>
              <a:buChar char=""/>
            </a:pPr>
            <a:r>
              <a:rPr lang="en-US" sz="2800" b="0" strike="noStrike" spc="-1">
                <a:solidFill>
                  <a:srgbClr val="00B0F0"/>
                </a:solidFill>
                <a:latin typeface="Lucida Sans Unicode"/>
              </a:rPr>
              <a:t>Algorithm</a:t>
            </a:r>
            <a:endParaRPr lang="en-US" sz="2800" b="0" strike="noStrike" spc="-1">
              <a:solidFill>
                <a:srgbClr val="000000"/>
              </a:solidFill>
              <a:latin typeface="Lucida Sans Unicode"/>
            </a:endParaRPr>
          </a:p>
          <a:p>
            <a:pPr>
              <a:lnSpc>
                <a:spcPct val="80000"/>
              </a:lnSpc>
              <a:spcBef>
                <a:spcPts val="400"/>
              </a:spcBef>
              <a:buNone/>
            </a:pPr>
            <a:endParaRPr lang="en-US" sz="2800" b="0" strike="noStrike" spc="-1">
              <a:solidFill>
                <a:srgbClr val="000000"/>
              </a:solidFill>
              <a:latin typeface="Lucida Sans Unicode"/>
            </a:endParaRPr>
          </a:p>
          <a:p>
            <a:pPr marL="1181160" lvl="1" indent="-457200">
              <a:lnSpc>
                <a:spcPct val="80000"/>
              </a:lnSpc>
              <a:spcBef>
                <a:spcPts val="323"/>
              </a:spcBef>
              <a:buClr>
                <a:srgbClr val="FFC000"/>
              </a:buClr>
              <a:buFont typeface="Lucida Sans Unicode"/>
              <a:buAutoNum type="arabicPeriod"/>
            </a:pPr>
            <a:r>
              <a:rPr lang="en-US" sz="2400" b="0" strike="noStrike" spc="-1">
                <a:solidFill>
                  <a:srgbClr val="000000"/>
                </a:solidFill>
                <a:latin typeface="Lucida Sans Unicode"/>
              </a:rPr>
              <a:t> Assume </a:t>
            </a:r>
            <a:r>
              <a:rPr lang="en-US" sz="2400" b="0" strike="noStrike" spc="-1">
                <a:solidFill>
                  <a:srgbClr val="000000"/>
                </a:solidFill>
                <a:latin typeface="Symbol"/>
              </a:rPr>
              <a:t></a:t>
            </a:r>
            <a:r>
              <a:rPr lang="en-US" sz="2400" b="0" strike="noStrike" spc="-1">
                <a:solidFill>
                  <a:srgbClr val="000000"/>
                </a:solidFill>
                <a:latin typeface="Lucida Sans Unicode"/>
              </a:rPr>
              <a:t>P is TRUE</a:t>
            </a:r>
          </a:p>
          <a:p>
            <a:pPr marL="1181160" lvl="1" indent="-457200">
              <a:lnSpc>
                <a:spcPct val="80000"/>
              </a:lnSpc>
              <a:spcBef>
                <a:spcPts val="323"/>
              </a:spcBef>
              <a:buClr>
                <a:srgbClr val="FFC000"/>
              </a:buClr>
              <a:buFont typeface="Lucida Sans Unicode"/>
              <a:buAutoNum type="arabicPeriod"/>
            </a:pPr>
            <a:r>
              <a:rPr lang="en-US" sz="2400" b="0" strike="noStrike" spc="-1">
                <a:solidFill>
                  <a:srgbClr val="000000"/>
                </a:solidFill>
                <a:latin typeface="Lucida Sans Unicode"/>
              </a:rPr>
              <a:t>Show that the axioms and </a:t>
            </a:r>
            <a:r>
              <a:rPr lang="en-US" sz="2400" b="0" strike="noStrike" spc="-1">
                <a:solidFill>
                  <a:srgbClr val="000000"/>
                </a:solidFill>
                <a:latin typeface="Symbol"/>
              </a:rPr>
              <a:t></a:t>
            </a:r>
            <a:r>
              <a:rPr lang="en-US" sz="2400" b="0" strike="noStrike" spc="-1">
                <a:solidFill>
                  <a:srgbClr val="000000"/>
                </a:solidFill>
                <a:latin typeface="Lucida Sans Unicode"/>
              </a:rPr>
              <a:t>P lead to a </a:t>
            </a:r>
          </a:p>
          <a:p>
            <a:pPr marL="746280" indent="-22320">
              <a:lnSpc>
                <a:spcPct val="80000"/>
              </a:lnSpc>
              <a:spcBef>
                <a:spcPts val="323"/>
              </a:spcBef>
              <a:buNone/>
              <a:tabLst>
                <a:tab pos="0" algn="l"/>
              </a:tabLst>
            </a:pPr>
            <a:r>
              <a:rPr lang="en-US" sz="2400" b="0" strike="noStrike" spc="-1">
                <a:solidFill>
                  <a:srgbClr val="000000"/>
                </a:solidFill>
                <a:latin typeface="Lucida Sans Unicode"/>
              </a:rPr>
              <a:t>		     contradiction</a:t>
            </a:r>
          </a:p>
          <a:p>
            <a:pPr marL="1181160" lvl="1" indent="-457200">
              <a:lnSpc>
                <a:spcPct val="80000"/>
              </a:lnSpc>
              <a:spcBef>
                <a:spcPts val="323"/>
              </a:spcBef>
              <a:buClr>
                <a:srgbClr val="FFC000"/>
              </a:buClr>
              <a:buFont typeface="Lucida Sans Unicode"/>
              <a:buAutoNum type="arabicPeriod" startAt="3"/>
              <a:tabLst>
                <a:tab pos="0" algn="l"/>
              </a:tabLst>
            </a:pPr>
            <a:r>
              <a:rPr lang="en-US" sz="2400" b="0" strike="noStrike" spc="-1">
                <a:solidFill>
                  <a:srgbClr val="000000"/>
                </a:solidFill>
                <a:latin typeface="Lucida Sans Unicode"/>
              </a:rPr>
              <a:t>Conclude that </a:t>
            </a:r>
            <a:r>
              <a:rPr lang="en-US" sz="2400" b="0" strike="noStrike" spc="-1">
                <a:solidFill>
                  <a:srgbClr val="000000"/>
                </a:solidFill>
                <a:latin typeface="Symbol"/>
              </a:rPr>
              <a:t></a:t>
            </a:r>
            <a:r>
              <a:rPr lang="en-US" sz="2400" b="0" strike="noStrike" spc="-1">
                <a:solidFill>
                  <a:srgbClr val="000000"/>
                </a:solidFill>
                <a:latin typeface="Lucida Sans Unicode"/>
              </a:rPr>
              <a:t>P  is FALSE since it leads to a </a:t>
            </a:r>
          </a:p>
          <a:p>
            <a:pPr marL="746280" indent="-22320">
              <a:lnSpc>
                <a:spcPct val="80000"/>
              </a:lnSpc>
              <a:spcBef>
                <a:spcPts val="323"/>
              </a:spcBef>
              <a:buNone/>
              <a:tabLst>
                <a:tab pos="0" algn="l"/>
              </a:tabLst>
            </a:pPr>
            <a:r>
              <a:rPr lang="en-US" sz="2400" b="0" strike="noStrike" spc="-1">
                <a:solidFill>
                  <a:srgbClr val="000000"/>
                </a:solidFill>
                <a:latin typeface="Lucida Sans Unicode"/>
              </a:rPr>
              <a:t>        contradiction.</a:t>
            </a:r>
          </a:p>
          <a:p>
            <a:pPr marL="1181160" lvl="1" indent="-457200">
              <a:lnSpc>
                <a:spcPct val="80000"/>
              </a:lnSpc>
              <a:spcBef>
                <a:spcPts val="323"/>
              </a:spcBef>
              <a:buClr>
                <a:srgbClr val="FFC000"/>
              </a:buClr>
              <a:buFont typeface="Lucida Sans Unicode"/>
              <a:buAutoNum type="arabicPeriod" startAt="4"/>
              <a:tabLst>
                <a:tab pos="0" algn="l"/>
              </a:tabLst>
            </a:pPr>
            <a:r>
              <a:rPr lang="en-US" sz="2400" b="0" strike="noStrike" spc="-1">
                <a:solidFill>
                  <a:srgbClr val="000000"/>
                </a:solidFill>
                <a:latin typeface="Lucida Sans Unicode"/>
              </a:rPr>
              <a:t>Conclude that P is TRUE since </a:t>
            </a:r>
            <a:r>
              <a:rPr lang="en-US" sz="2400" b="0" strike="noStrike" spc="-1">
                <a:solidFill>
                  <a:srgbClr val="000000"/>
                </a:solidFill>
                <a:latin typeface="Symbol"/>
              </a:rPr>
              <a:t></a:t>
            </a:r>
            <a:r>
              <a:rPr lang="en-US" sz="2400" b="0" strike="noStrike" spc="-1">
                <a:solidFill>
                  <a:srgbClr val="000000"/>
                </a:solidFill>
                <a:latin typeface="Lucida Sans Unicode"/>
              </a:rPr>
              <a:t>P is FALSE</a:t>
            </a:r>
          </a:p>
          <a:p>
            <a:pPr marL="609480" indent="-609480">
              <a:lnSpc>
                <a:spcPct val="80000"/>
              </a:lnSpc>
              <a:spcBef>
                <a:spcPts val="400"/>
              </a:spcBef>
              <a:buNone/>
              <a:tabLst>
                <a:tab pos="0" algn="l"/>
              </a:tabLst>
            </a:pPr>
            <a:endParaRPr lang="en-US" sz="2800" b="0" strike="noStrike" spc="-1">
              <a:solidFill>
                <a:srgbClr val="000000"/>
              </a:solidFill>
              <a:latin typeface="Lucida Sans Unicode"/>
            </a:endParaRPr>
          </a:p>
          <a:p>
            <a:pPr marL="746280" indent="-22320">
              <a:lnSpc>
                <a:spcPct val="80000"/>
              </a:lnSpc>
              <a:spcBef>
                <a:spcPts val="323"/>
              </a:spcBef>
              <a:buNone/>
              <a:tabLst>
                <a:tab pos="0" algn="l"/>
              </a:tabLst>
            </a:pPr>
            <a:r>
              <a:rPr lang="en-US" sz="2000" b="0" strike="noStrike" spc="-1">
                <a:solidFill>
                  <a:srgbClr val="00B0F0"/>
                </a:solidFill>
                <a:latin typeface="Lucida Sans Unicode"/>
              </a:rPr>
              <a:t>The processes continue until a contradiction is produced.</a:t>
            </a:r>
            <a:endParaRPr lang="en-US" sz="2000" b="0" strike="noStrike" spc="-1">
              <a:solidFill>
                <a:srgbClr val="000000"/>
              </a:solidFill>
              <a:latin typeface="Lucida Sans Unicode"/>
            </a:endParaRPr>
          </a:p>
        </p:txBody>
      </p:sp>
      <p:sp>
        <p:nvSpPr>
          <p:cNvPr id="242"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p:nvPr>
        </p:nvSpPr>
        <p:spPr>
          <a:xfrm>
            <a:off x="516240" y="1004040"/>
            <a:ext cx="9072360" cy="4134600"/>
          </a:xfrm>
          <a:prstGeom prst="rect">
            <a:avLst/>
          </a:prstGeom>
          <a:noFill/>
          <a:ln w="0">
            <a:noFill/>
          </a:ln>
        </p:spPr>
        <p:txBody>
          <a:bodyPr lIns="90000" tIns="45000" rIns="90000" bIns="45000" anchor="t">
            <a:noAutofit/>
          </a:bodyPr>
          <a:lstStyle/>
          <a:p>
            <a:pPr marL="609480" indent="-609480">
              <a:lnSpc>
                <a:spcPct val="90000"/>
              </a:lnSpc>
              <a:spcBef>
                <a:spcPts val="400"/>
              </a:spcBef>
              <a:buClr>
                <a:srgbClr val="2DA2BF"/>
              </a:buClr>
              <a:buSzPct val="68000"/>
              <a:buFont typeface="Wingdings 3" charset="2"/>
              <a:buChar char=""/>
            </a:pPr>
            <a:r>
              <a:rPr lang="en-GB" sz="2800" b="0" strike="noStrike" spc="-1">
                <a:solidFill>
                  <a:srgbClr val="00B0F0"/>
                </a:solidFill>
                <a:latin typeface="Lucida Sans Unicode"/>
              </a:rPr>
              <a:t>Steps</a:t>
            </a:r>
            <a:r>
              <a:rPr lang="en-GB" sz="2800" b="0" strike="noStrike" spc="-1">
                <a:solidFill>
                  <a:srgbClr val="000000"/>
                </a:solidFill>
                <a:latin typeface="Lucida Sans Unicode"/>
              </a:rPr>
              <a:t>:</a:t>
            </a:r>
            <a:endParaRPr lang="en-US" sz="2800" b="0" strike="noStrike" spc="-1">
              <a:solidFill>
                <a:srgbClr val="000000"/>
              </a:solidFill>
              <a:latin typeface="Lucida Sans Unicode"/>
            </a:endParaRPr>
          </a:p>
          <a:p>
            <a:pPr marL="1371600" lvl="2" indent="-457200">
              <a:lnSpc>
                <a:spcPct val="90000"/>
              </a:lnSpc>
              <a:spcBef>
                <a:spcPts val="349"/>
              </a:spcBef>
              <a:buClr>
                <a:srgbClr val="DA1F28"/>
              </a:buClr>
              <a:buFont typeface="Wingdings" charset="2"/>
              <a:buAutoNum type="arabicPeriod"/>
            </a:pPr>
            <a:r>
              <a:rPr lang="en-GB" sz="2800" b="0" strike="noStrike" spc="-1">
                <a:solidFill>
                  <a:srgbClr val="000000"/>
                </a:solidFill>
                <a:latin typeface="Lucida Sans Unicode"/>
              </a:rPr>
              <a:t>Negate the goal (proof by refutation)</a:t>
            </a:r>
            <a:endParaRPr lang="en-US" sz="2800" b="0" strike="noStrike" spc="-1">
              <a:solidFill>
                <a:srgbClr val="000000"/>
              </a:solidFill>
              <a:latin typeface="Lucida Sans Unicode"/>
            </a:endParaRPr>
          </a:p>
          <a:p>
            <a:pPr marL="1371600" indent="-457200">
              <a:lnSpc>
                <a:spcPct val="90000"/>
              </a:lnSpc>
              <a:spcBef>
                <a:spcPts val="349"/>
              </a:spcBef>
              <a:buNone/>
              <a:tabLst>
                <a:tab pos="0" algn="l"/>
              </a:tabLst>
            </a:pPr>
            <a:endParaRPr lang="en-US" sz="2800" b="0" strike="noStrike" spc="-1">
              <a:solidFill>
                <a:srgbClr val="000000"/>
              </a:solidFill>
              <a:latin typeface="Lucida Sans Unicode"/>
            </a:endParaRPr>
          </a:p>
          <a:p>
            <a:endParaRPr lang="en-US" sz="2800" b="0" strike="noStrike" spc="-1">
              <a:solidFill>
                <a:srgbClr val="000000"/>
              </a:solidFill>
              <a:latin typeface="Lucida Sans Unicode"/>
            </a:endParaRPr>
          </a:p>
          <a:p>
            <a:pPr marL="1428840" lvl="2" indent="-514440">
              <a:lnSpc>
                <a:spcPct val="90000"/>
              </a:lnSpc>
              <a:spcBef>
                <a:spcPts val="349"/>
              </a:spcBef>
              <a:buClr>
                <a:srgbClr val="DA1F28"/>
              </a:buClr>
              <a:buFont typeface="Lucida Sans Unicode"/>
              <a:buAutoNum type="arabicPeriod" startAt="2"/>
              <a:tabLst>
                <a:tab pos="0" algn="l"/>
              </a:tabLst>
            </a:pPr>
            <a:r>
              <a:rPr lang="en-GB" sz="2800" b="0" strike="noStrike" spc="-1">
                <a:solidFill>
                  <a:srgbClr val="000000"/>
                </a:solidFill>
                <a:latin typeface="Lucida Sans Unicode"/>
              </a:rPr>
              <a:t>Transform rules into clausal forms</a:t>
            </a:r>
            <a:endParaRPr lang="en-US" sz="2800" b="0" strike="noStrike" spc="-1">
              <a:solidFill>
                <a:srgbClr val="000000"/>
              </a:solidFill>
              <a:latin typeface="Lucida Sans Unicode"/>
            </a:endParaRPr>
          </a:p>
          <a:p>
            <a:pPr marL="1428840" indent="-514440">
              <a:lnSpc>
                <a:spcPct val="90000"/>
              </a:lnSpc>
              <a:spcBef>
                <a:spcPts val="349"/>
              </a:spcBef>
              <a:buNone/>
              <a:tabLst>
                <a:tab pos="0" algn="l"/>
              </a:tabLst>
            </a:pPr>
            <a:endParaRPr lang="en-US" sz="2800" b="0" strike="noStrike" spc="-1">
              <a:solidFill>
                <a:srgbClr val="000000"/>
              </a:solidFill>
              <a:latin typeface="Lucida Sans Unicode"/>
            </a:endParaRPr>
          </a:p>
          <a:p>
            <a:pPr marL="1428840" indent="-514440">
              <a:lnSpc>
                <a:spcPct val="90000"/>
              </a:lnSpc>
              <a:spcBef>
                <a:spcPts val="349"/>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a:p>
            <a:pPr marL="1428840" lvl="2" indent="-514440">
              <a:lnSpc>
                <a:spcPct val="90000"/>
              </a:lnSpc>
              <a:spcBef>
                <a:spcPts val="349"/>
              </a:spcBef>
              <a:buClr>
                <a:srgbClr val="DA1F28"/>
              </a:buClr>
              <a:buFont typeface="Lucida Sans Unicode"/>
              <a:buAutoNum type="arabicPeriod" startAt="3"/>
              <a:tabLst>
                <a:tab pos="0" algn="l"/>
              </a:tabLst>
            </a:pPr>
            <a:r>
              <a:rPr lang="en-GB" sz="2800" b="0" strike="noStrike" spc="-1">
                <a:solidFill>
                  <a:srgbClr val="000000"/>
                </a:solidFill>
                <a:latin typeface="Lucida Sans Unicode"/>
              </a:rPr>
              <a:t>Produce a resolvent from contradict axioms</a:t>
            </a:r>
            <a:endParaRPr lang="en-US" sz="2800" b="0" strike="noStrike" spc="-1">
              <a:solidFill>
                <a:srgbClr val="000000"/>
              </a:solidFill>
              <a:latin typeface="Lucida Sans Unicode"/>
            </a:endParaRPr>
          </a:p>
          <a:p>
            <a:pPr marL="1371600" indent="-457200">
              <a:lnSpc>
                <a:spcPct val="90000"/>
              </a:lnSpc>
              <a:spcBef>
                <a:spcPts val="349"/>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p:txBody>
      </p:sp>
      <p:sp>
        <p:nvSpPr>
          <p:cNvPr id="244"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Resolution</a:t>
            </a:r>
            <a:endParaRPr lang="en-US" sz="4100" b="0" strike="noStrike" spc="-1">
              <a:solidFill>
                <a:srgbClr val="000000"/>
              </a:solidFill>
              <a:latin typeface="Franklin Gothic Medium"/>
            </a:endParaRPr>
          </a:p>
        </p:txBody>
      </p:sp>
      <p:sp>
        <p:nvSpPr>
          <p:cNvPr id="245" name="TextBox 5"/>
          <p:cNvSpPr/>
          <p:nvPr/>
        </p:nvSpPr>
        <p:spPr>
          <a:xfrm>
            <a:off x="3058920" y="1771920"/>
            <a:ext cx="4050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Lucida Sans Unicode"/>
              </a:rPr>
              <a:t>P</a:t>
            </a:r>
            <a:endParaRPr lang="en-GB" sz="2400" b="0" strike="noStrike" spc="-1">
              <a:latin typeface="Arial"/>
            </a:endParaRPr>
          </a:p>
        </p:txBody>
      </p:sp>
      <p:sp>
        <p:nvSpPr>
          <p:cNvPr id="246" name="TextBox 6"/>
          <p:cNvSpPr/>
          <p:nvPr/>
        </p:nvSpPr>
        <p:spPr>
          <a:xfrm>
            <a:off x="3985560" y="1771920"/>
            <a:ext cx="70992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Lucida Sans Unicode"/>
              </a:rPr>
              <a:t>P</a:t>
            </a:r>
            <a:endParaRPr lang="en-GB" sz="2400" b="0" strike="noStrike" spc="-1">
              <a:latin typeface="Arial"/>
            </a:endParaRPr>
          </a:p>
        </p:txBody>
      </p:sp>
      <p:sp>
        <p:nvSpPr>
          <p:cNvPr id="247" name="TextBox 7"/>
          <p:cNvSpPr/>
          <p:nvPr/>
        </p:nvSpPr>
        <p:spPr>
          <a:xfrm>
            <a:off x="4320000" y="2894040"/>
            <a:ext cx="14724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Lucida Sans Unicode"/>
              </a:rPr>
              <a:t>A </a:t>
            </a:r>
            <a:r>
              <a:rPr lang="en-US" sz="2400" b="1" strike="noStrike" spc="-1">
                <a:solidFill>
                  <a:srgbClr val="000000"/>
                </a:solidFill>
                <a:latin typeface="Symbol"/>
              </a:rPr>
              <a:t></a:t>
            </a:r>
            <a:r>
              <a:rPr lang="en-US" sz="2400" b="1" strike="noStrike" spc="-1">
                <a:solidFill>
                  <a:srgbClr val="000000"/>
                </a:solidFill>
                <a:latin typeface="Lucida Sans Unicode"/>
              </a:rPr>
              <a:t> B</a:t>
            </a:r>
            <a:endParaRPr lang="en-GB" sz="2400" b="0" strike="noStrike" spc="-1">
              <a:latin typeface="Arial"/>
            </a:endParaRPr>
          </a:p>
        </p:txBody>
      </p:sp>
      <p:sp>
        <p:nvSpPr>
          <p:cNvPr id="248" name="TextBox 8"/>
          <p:cNvSpPr/>
          <p:nvPr/>
        </p:nvSpPr>
        <p:spPr>
          <a:xfrm>
            <a:off x="2717640" y="2894040"/>
            <a:ext cx="11674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Lucida Sans Unicode"/>
              </a:rPr>
              <a:t>A </a:t>
            </a:r>
            <a:r>
              <a:rPr lang="en-US" sz="2400" b="1" strike="noStrike" spc="-1">
                <a:solidFill>
                  <a:srgbClr val="000000"/>
                </a:solidFill>
                <a:latin typeface="Symbol"/>
              </a:rPr>
              <a:t></a:t>
            </a:r>
            <a:r>
              <a:rPr lang="en-US" sz="2400" b="1" strike="noStrike" spc="-1">
                <a:solidFill>
                  <a:srgbClr val="000000"/>
                </a:solidFill>
                <a:latin typeface="Lucida Sans Unicode"/>
              </a:rPr>
              <a:t> B</a:t>
            </a:r>
            <a:endParaRPr lang="en-GB" sz="2400" b="0" strike="noStrike" spc="-1">
              <a:latin typeface="Arial"/>
            </a:endParaRPr>
          </a:p>
        </p:txBody>
      </p:sp>
      <p:sp>
        <p:nvSpPr>
          <p:cNvPr id="249" name="Right Arrow 4"/>
          <p:cNvSpPr/>
          <p:nvPr/>
        </p:nvSpPr>
        <p:spPr>
          <a:xfrm>
            <a:off x="3543840" y="1830960"/>
            <a:ext cx="393480" cy="236160"/>
          </a:xfrm>
          <a:prstGeom prst="rightArrow">
            <a:avLst>
              <a:gd name="adj1" fmla="val 50000"/>
              <a:gd name="adj2" fmla="val 50000"/>
            </a:avLst>
          </a:prstGeom>
          <a:gradFill rotWithShape="0">
            <a:gsLst>
              <a:gs pos="0">
                <a:srgbClr val="9FAFD5"/>
              </a:gs>
              <a:gs pos="100000">
                <a:srgbClr val="D0D8EE"/>
              </a:gs>
            </a:gsLst>
            <a:lin ang="16200000"/>
          </a:gradFill>
          <a:ln>
            <a:solidFill>
              <a:srgbClr val="39639D"/>
            </a:solidFill>
            <a:round/>
          </a:ln>
          <a:effectLst>
            <a:outerShdw blurRad="50760" dist="37674" dir="18900000" algn="bl" rotWithShape="0">
              <a:srgbClr val="000000">
                <a:alpha val="40000"/>
              </a:srgbClr>
            </a:outerShdw>
            <a:reflection blurRad="6350" stA="50000" endA="300" endPos="55000" dir="5400000" sy="-100000" algn="bl" rotWithShape="0"/>
          </a:effectLst>
        </p:spPr>
        <p:style>
          <a:lnRef idx="1">
            <a:schemeClr val="accent4"/>
          </a:lnRef>
          <a:fillRef idx="2">
            <a:schemeClr val="accent4"/>
          </a:fillRef>
          <a:effectRef idx="1">
            <a:schemeClr val="accent4"/>
          </a:effectRef>
          <a:fontRef idx="minor"/>
        </p:style>
      </p:sp>
      <p:sp>
        <p:nvSpPr>
          <p:cNvPr id="250" name="Right Arrow 5"/>
          <p:cNvSpPr/>
          <p:nvPr/>
        </p:nvSpPr>
        <p:spPr>
          <a:xfrm>
            <a:off x="4016160" y="2953080"/>
            <a:ext cx="393480" cy="236160"/>
          </a:xfrm>
          <a:prstGeom prst="rightArrow">
            <a:avLst>
              <a:gd name="adj1" fmla="val 50000"/>
              <a:gd name="adj2" fmla="val 50000"/>
            </a:avLst>
          </a:prstGeom>
          <a:gradFill rotWithShape="0">
            <a:gsLst>
              <a:gs pos="0">
                <a:srgbClr val="9FAFD5"/>
              </a:gs>
              <a:gs pos="100000">
                <a:srgbClr val="D0D8EE"/>
              </a:gs>
            </a:gsLst>
            <a:lin ang="16200000"/>
          </a:gradFill>
          <a:ln>
            <a:solidFill>
              <a:srgbClr val="39639D"/>
            </a:solidFill>
            <a:round/>
          </a:ln>
          <a:effectLst>
            <a:outerShdw blurRad="50760" dist="37674" dir="18900000" algn="bl" rotWithShape="0">
              <a:srgbClr val="000000">
                <a:alpha val="40000"/>
              </a:srgbClr>
            </a:outerShdw>
            <a:reflection blurRad="6350" stA="50000" endA="300" endPos="55000" dir="5400000" sy="-100000" algn="bl" rotWithShape="0"/>
          </a:effectLst>
        </p:spPr>
        <p:style>
          <a:lnRef idx="1">
            <a:schemeClr val="accent4"/>
          </a:lnRef>
          <a:fillRef idx="2">
            <a:schemeClr val="accent4"/>
          </a:fillRef>
          <a:effectRef idx="1">
            <a:schemeClr val="accent4"/>
          </a:effectRef>
          <a:fontRef idx="minor"/>
        </p:style>
      </p:sp>
      <p:sp>
        <p:nvSpPr>
          <p:cNvPr id="251" name="TextBox 11"/>
          <p:cNvSpPr/>
          <p:nvPr/>
        </p:nvSpPr>
        <p:spPr>
          <a:xfrm>
            <a:off x="2430360" y="4194000"/>
            <a:ext cx="14724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Lucida Sans Unicode"/>
              </a:rPr>
              <a:t>A </a:t>
            </a:r>
            <a:r>
              <a:rPr lang="en-US" sz="2400" b="1" strike="noStrike" spc="-1">
                <a:solidFill>
                  <a:srgbClr val="000000"/>
                </a:solidFill>
                <a:latin typeface="Symbol"/>
              </a:rPr>
              <a:t></a:t>
            </a:r>
            <a:r>
              <a:rPr lang="en-US" sz="2400" b="1" strike="noStrike" spc="-1">
                <a:solidFill>
                  <a:srgbClr val="000000"/>
                </a:solidFill>
                <a:latin typeface="Lucida Sans Unicode"/>
              </a:rPr>
              <a:t> B</a:t>
            </a:r>
            <a:endParaRPr lang="en-GB" sz="2400" b="0" strike="noStrike" spc="-1">
              <a:latin typeface="Arial"/>
            </a:endParaRPr>
          </a:p>
        </p:txBody>
      </p:sp>
      <p:sp>
        <p:nvSpPr>
          <p:cNvPr id="252" name="TextBox 12"/>
          <p:cNvSpPr/>
          <p:nvPr/>
        </p:nvSpPr>
        <p:spPr>
          <a:xfrm>
            <a:off x="4424040" y="4166280"/>
            <a:ext cx="146016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Lucida Sans Unicode"/>
              </a:rPr>
              <a:t>B </a:t>
            </a:r>
            <a:r>
              <a:rPr lang="en-US" sz="2400" b="1" strike="noStrike" spc="-1">
                <a:solidFill>
                  <a:srgbClr val="000000"/>
                </a:solidFill>
                <a:latin typeface="Symbol"/>
              </a:rPr>
              <a:t></a:t>
            </a:r>
            <a:r>
              <a:rPr lang="en-US" sz="2400" b="1" strike="noStrike" spc="-1">
                <a:solidFill>
                  <a:srgbClr val="000000"/>
                </a:solidFill>
                <a:latin typeface="Lucida Sans Unicode"/>
              </a:rPr>
              <a:t> C</a:t>
            </a:r>
            <a:endParaRPr lang="en-GB" sz="2400" b="0" strike="noStrike" spc="-1">
              <a:latin typeface="Arial"/>
            </a:endParaRPr>
          </a:p>
        </p:txBody>
      </p:sp>
      <p:sp>
        <p:nvSpPr>
          <p:cNvPr id="253" name="Straight Connector 5"/>
          <p:cNvSpPr/>
          <p:nvPr/>
        </p:nvSpPr>
        <p:spPr>
          <a:xfrm>
            <a:off x="3369240" y="4489200"/>
            <a:ext cx="804600" cy="41328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254" name="Straight Connector 6"/>
          <p:cNvSpPr/>
          <p:nvPr/>
        </p:nvSpPr>
        <p:spPr>
          <a:xfrm flipV="1">
            <a:off x="4173840" y="4489200"/>
            <a:ext cx="1100160" cy="41328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255" name="TextBox 17"/>
          <p:cNvSpPr/>
          <p:nvPr/>
        </p:nvSpPr>
        <p:spPr>
          <a:xfrm>
            <a:off x="3174480" y="4816440"/>
            <a:ext cx="146484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Lucida Sans Unicode"/>
              </a:rPr>
              <a:t>A </a:t>
            </a:r>
            <a:r>
              <a:rPr lang="en-US" sz="2400" b="1" strike="noStrike" spc="-1">
                <a:solidFill>
                  <a:srgbClr val="000000"/>
                </a:solidFill>
                <a:latin typeface="Symbol"/>
              </a:rPr>
              <a:t></a:t>
            </a:r>
            <a:r>
              <a:rPr lang="en-US" sz="2400" b="1" strike="noStrike" spc="-1">
                <a:solidFill>
                  <a:srgbClr val="000000"/>
                </a:solidFill>
                <a:latin typeface="Lucida Sans Unicode"/>
              </a:rPr>
              <a:t> C</a:t>
            </a:r>
            <a:endParaRPr lang="en-GB" sz="2400" b="0" strike="noStrike" spc="-1">
              <a:latin typeface="Arial"/>
            </a:endParaRPr>
          </a:p>
        </p:txBody>
      </p:sp>
      <p:sp>
        <p:nvSpPr>
          <p:cNvPr id="256" name="Right Arrow 6"/>
          <p:cNvSpPr/>
          <p:nvPr/>
        </p:nvSpPr>
        <p:spPr>
          <a:xfrm flipH="1">
            <a:off x="4645440" y="4902480"/>
            <a:ext cx="393480" cy="236160"/>
          </a:xfrm>
          <a:prstGeom prst="rightArrow">
            <a:avLst>
              <a:gd name="adj1" fmla="val 50000"/>
              <a:gd name="adj2" fmla="val 50000"/>
            </a:avLst>
          </a:prstGeom>
          <a:gradFill rotWithShape="0">
            <a:gsLst>
              <a:gs pos="0">
                <a:srgbClr val="9FAFD5"/>
              </a:gs>
              <a:gs pos="100000">
                <a:srgbClr val="D0D8EE"/>
              </a:gs>
            </a:gsLst>
            <a:lin ang="16200000"/>
          </a:gradFill>
          <a:ln>
            <a:solidFill>
              <a:srgbClr val="39639D"/>
            </a:solidFill>
            <a:round/>
          </a:ln>
          <a:effectLst>
            <a:outerShdw blurRad="50760" dist="37674" dir="18900000" algn="bl" rotWithShape="0">
              <a:srgbClr val="000000">
                <a:alpha val="40000"/>
              </a:srgbClr>
            </a:outerShdw>
            <a:reflection blurRad="6350" stA="50000" endA="300" endPos="55000" dir="5400000" sy="-100000" algn="bl" rotWithShape="0"/>
          </a:effectLst>
        </p:spPr>
        <p:style>
          <a:lnRef idx="1">
            <a:schemeClr val="accent4"/>
          </a:lnRef>
          <a:fillRef idx="2">
            <a:schemeClr val="accent4"/>
          </a:fillRef>
          <a:effectRef idx="1">
            <a:schemeClr val="accent4"/>
          </a:effectRef>
          <a:fontRef idx="minor"/>
        </p:style>
      </p:sp>
      <p:sp>
        <p:nvSpPr>
          <p:cNvPr id="257" name="TextBox 18"/>
          <p:cNvSpPr/>
          <p:nvPr/>
        </p:nvSpPr>
        <p:spPr>
          <a:xfrm>
            <a:off x="4983480" y="4816440"/>
            <a:ext cx="180252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Lucida Sans Unicode"/>
              </a:rPr>
              <a:t>resolvent</a:t>
            </a:r>
            <a:endParaRPr lang="en-GB" sz="2400" b="0" strike="noStrike" spc="-1">
              <a:latin typeface="Arial"/>
            </a:endParaRPr>
          </a:p>
        </p:txBody>
      </p:sp>
      <p:sp>
        <p:nvSpPr>
          <p:cNvPr id="258" name="Straight Connector 7"/>
          <p:cNvSpPr/>
          <p:nvPr/>
        </p:nvSpPr>
        <p:spPr>
          <a:xfrm>
            <a:off x="3464640" y="4252680"/>
            <a:ext cx="393840" cy="295200"/>
          </a:xfrm>
          <a:prstGeom prst="line">
            <a:avLst/>
          </a:prstGeom>
          <a:ln w="38100">
            <a:solidFill>
              <a:srgbClr val="FF0000"/>
            </a:solidFill>
            <a:round/>
          </a:ln>
        </p:spPr>
        <p:style>
          <a:lnRef idx="1">
            <a:schemeClr val="accent1"/>
          </a:lnRef>
          <a:fillRef idx="0">
            <a:schemeClr val="accent1"/>
          </a:fillRef>
          <a:effectRef idx="0">
            <a:schemeClr val="accent1"/>
          </a:effectRef>
          <a:fontRef idx="minor"/>
        </p:style>
      </p:sp>
      <p:sp>
        <p:nvSpPr>
          <p:cNvPr id="259" name="Straight Connector 8"/>
          <p:cNvSpPr/>
          <p:nvPr/>
        </p:nvSpPr>
        <p:spPr>
          <a:xfrm>
            <a:off x="4725000" y="4194000"/>
            <a:ext cx="393840" cy="295200"/>
          </a:xfrm>
          <a:prstGeom prst="line">
            <a:avLst/>
          </a:prstGeom>
          <a:ln w="38100">
            <a:solidFill>
              <a:srgbClr val="FF0000"/>
            </a:solidFill>
            <a:round/>
          </a:ln>
        </p:spPr>
        <p:style>
          <a:lnRef idx="1">
            <a:schemeClr val="accent1"/>
          </a:lnRef>
          <a:fillRef idx="0">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43">
                                            <p:txEl>
                                              <p:pRg st="1" end="1"/>
                                            </p:txEl>
                                          </p:spTgt>
                                        </p:tgtEl>
                                        <p:attrNameLst>
                                          <p:attrName>style.visibility</p:attrName>
                                        </p:attrNameLst>
                                      </p:cBhvr>
                                      <p:to>
                                        <p:strVal val="visible"/>
                                      </p:to>
                                    </p:set>
                                    <p:animEffect transition="in" filter="checkerboard(across)">
                                      <p:cBhvr additive="repl">
                                        <p:cTn id="7" dur="1000"/>
                                        <p:tgtEl>
                                          <p:spTgt spid="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245"/>
                                        </p:tgtEl>
                                        <p:attrNameLst>
                                          <p:attrName>style.visibility</p:attrName>
                                        </p:attrNameLst>
                                      </p:cBhvr>
                                      <p:to>
                                        <p:strVal val="visible"/>
                                      </p:to>
                                    </p:set>
                                    <p:animEffect transition="in" filter="fade">
                                      <p:cBhvr additive="repl">
                                        <p:cTn id="12" dur="500"/>
                                        <p:tgtEl>
                                          <p:spTgt spid="245"/>
                                        </p:tgtEl>
                                      </p:cBhvr>
                                    </p:animEffect>
                                  </p:childTnLst>
                                </p:cTn>
                              </p:par>
                            </p:childTnLst>
                          </p:cTn>
                        </p:par>
                        <p:par>
                          <p:cTn id="13" fill="hold">
                            <p:stCondLst>
                              <p:cond delay="500"/>
                            </p:stCondLst>
                            <p:childTnLst>
                              <p:par>
                                <p:cTn id="14" presetID="10" presetClass="entr" fill="hold" nodeType="afterEffect">
                                  <p:stCondLst>
                                    <p:cond delay="0"/>
                                  </p:stCondLst>
                                  <p:childTnLst>
                                    <p:set>
                                      <p:cBhvr>
                                        <p:cTn id="15" dur="1" fill="hold">
                                          <p:stCondLst>
                                            <p:cond delay="0"/>
                                          </p:stCondLst>
                                        </p:cTn>
                                        <p:tgtEl>
                                          <p:spTgt spid="249"/>
                                        </p:tgtEl>
                                        <p:attrNameLst>
                                          <p:attrName>style.visibility</p:attrName>
                                        </p:attrNameLst>
                                      </p:cBhvr>
                                      <p:to>
                                        <p:strVal val="visible"/>
                                      </p:to>
                                    </p:set>
                                    <p:animEffect transition="in" filter="fade">
                                      <p:cBhvr additive="repl">
                                        <p:cTn id="16" dur="500"/>
                                        <p:tgtEl>
                                          <p:spTgt spid="249"/>
                                        </p:tgtEl>
                                      </p:cBhvr>
                                    </p:animEffect>
                                  </p:childTnLst>
                                </p:cTn>
                              </p:par>
                            </p:childTnLst>
                          </p:cTn>
                        </p:par>
                        <p:par>
                          <p:cTn id="17" fill="hold">
                            <p:stCondLst>
                              <p:cond delay="1000"/>
                            </p:stCondLst>
                            <p:childTnLst>
                              <p:par>
                                <p:cTn id="18" presetID="10" presetClass="entr" fill="hold" nodeType="afterEffect">
                                  <p:stCondLst>
                                    <p:cond delay="0"/>
                                  </p:stCondLst>
                                  <p:childTnLst>
                                    <p:set>
                                      <p:cBhvr>
                                        <p:cTn id="19" dur="1" fill="hold">
                                          <p:stCondLst>
                                            <p:cond delay="0"/>
                                          </p:stCondLst>
                                        </p:cTn>
                                        <p:tgtEl>
                                          <p:spTgt spid="246"/>
                                        </p:tgtEl>
                                        <p:attrNameLst>
                                          <p:attrName>style.visibility</p:attrName>
                                        </p:attrNameLst>
                                      </p:cBhvr>
                                      <p:to>
                                        <p:strVal val="visible"/>
                                      </p:to>
                                    </p:set>
                                    <p:animEffect transition="in" filter="fade">
                                      <p:cBhvr additive="repl">
                                        <p:cTn id="20" dur="500"/>
                                        <p:tgtEl>
                                          <p:spTgt spid="246"/>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243">
                                            <p:txEl>
                                              <p:pRg st="4" end="4"/>
                                            </p:txEl>
                                          </p:spTgt>
                                        </p:tgtEl>
                                        <p:attrNameLst>
                                          <p:attrName>style.visibility</p:attrName>
                                        </p:attrNameLst>
                                      </p:cBhvr>
                                      <p:to>
                                        <p:strVal val="visible"/>
                                      </p:to>
                                    </p:set>
                                    <p:animEffect transition="in" filter="checkerboard(across)">
                                      <p:cBhvr additive="repl">
                                        <p:cTn id="25" dur="1000"/>
                                        <p:tgtEl>
                                          <p:spTgt spid="24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fill="hold" nodeType="clickEffect">
                                  <p:stCondLst>
                                    <p:cond delay="0"/>
                                  </p:stCondLst>
                                  <p:childTnLst>
                                    <p:set>
                                      <p:cBhvr>
                                        <p:cTn id="29" dur="1" fill="hold">
                                          <p:stCondLst>
                                            <p:cond delay="0"/>
                                          </p:stCondLst>
                                        </p:cTn>
                                        <p:tgtEl>
                                          <p:spTgt spid="248"/>
                                        </p:tgtEl>
                                        <p:attrNameLst>
                                          <p:attrName>style.visibility</p:attrName>
                                        </p:attrNameLst>
                                      </p:cBhvr>
                                      <p:to>
                                        <p:strVal val="visible"/>
                                      </p:to>
                                    </p:set>
                                    <p:animEffect transition="in" filter="fade">
                                      <p:cBhvr additive="repl">
                                        <p:cTn id="30" dur="500"/>
                                        <p:tgtEl>
                                          <p:spTgt spid="248"/>
                                        </p:tgtEl>
                                      </p:cBhvr>
                                    </p:animEffect>
                                  </p:childTnLst>
                                </p:cTn>
                              </p:par>
                            </p:childTnLst>
                          </p:cTn>
                        </p:par>
                        <p:par>
                          <p:cTn id="31" fill="hold">
                            <p:stCondLst>
                              <p:cond delay="500"/>
                            </p:stCondLst>
                            <p:childTnLst>
                              <p:par>
                                <p:cTn id="32" presetID="10" presetClass="entr" fill="hold" nodeType="afterEffect">
                                  <p:stCondLst>
                                    <p:cond delay="0"/>
                                  </p:stCondLst>
                                  <p:childTnLst>
                                    <p:set>
                                      <p:cBhvr>
                                        <p:cTn id="33" dur="1" fill="hold">
                                          <p:stCondLst>
                                            <p:cond delay="0"/>
                                          </p:stCondLst>
                                        </p:cTn>
                                        <p:tgtEl>
                                          <p:spTgt spid="250"/>
                                        </p:tgtEl>
                                        <p:attrNameLst>
                                          <p:attrName>style.visibility</p:attrName>
                                        </p:attrNameLst>
                                      </p:cBhvr>
                                      <p:to>
                                        <p:strVal val="visible"/>
                                      </p:to>
                                    </p:set>
                                    <p:animEffect transition="in" filter="fade">
                                      <p:cBhvr additive="repl">
                                        <p:cTn id="34" dur="500"/>
                                        <p:tgtEl>
                                          <p:spTgt spid="250"/>
                                        </p:tgtEl>
                                      </p:cBhvr>
                                    </p:animEffect>
                                  </p:childTnLst>
                                </p:cTn>
                              </p:par>
                            </p:childTnLst>
                          </p:cTn>
                        </p:par>
                        <p:par>
                          <p:cTn id="35" fill="hold">
                            <p:stCondLst>
                              <p:cond delay="1000"/>
                            </p:stCondLst>
                            <p:childTnLst>
                              <p:par>
                                <p:cTn id="36" presetID="10" presetClass="entr" fill="hold" nodeType="afterEffect">
                                  <p:stCondLst>
                                    <p:cond delay="0"/>
                                  </p:stCondLst>
                                  <p:childTnLst>
                                    <p:set>
                                      <p:cBhvr>
                                        <p:cTn id="37" dur="1" fill="hold">
                                          <p:stCondLst>
                                            <p:cond delay="0"/>
                                          </p:stCondLst>
                                        </p:cTn>
                                        <p:tgtEl>
                                          <p:spTgt spid="247"/>
                                        </p:tgtEl>
                                        <p:attrNameLst>
                                          <p:attrName>style.visibility</p:attrName>
                                        </p:attrNameLst>
                                      </p:cBhvr>
                                      <p:to>
                                        <p:strVal val="visible"/>
                                      </p:to>
                                    </p:set>
                                    <p:animEffect transition="in" filter="fade">
                                      <p:cBhvr additive="repl">
                                        <p:cTn id="38" dur="500"/>
                                        <p:tgtEl>
                                          <p:spTgt spid="247"/>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243">
                                            <p:txEl>
                                              <p:pRg st="7" end="7"/>
                                            </p:txEl>
                                          </p:spTgt>
                                        </p:tgtEl>
                                        <p:attrNameLst>
                                          <p:attrName>style.visibility</p:attrName>
                                        </p:attrNameLst>
                                      </p:cBhvr>
                                      <p:to>
                                        <p:strVal val="visible"/>
                                      </p:to>
                                    </p:set>
                                    <p:animEffect transition="in" filter="checkerboard(across)">
                                      <p:cBhvr additive="repl">
                                        <p:cTn id="43" dur="1000"/>
                                        <p:tgtEl>
                                          <p:spTgt spid="24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251"/>
                                        </p:tgtEl>
                                        <p:attrNameLst>
                                          <p:attrName>style.visibility</p:attrName>
                                        </p:attrNameLst>
                                      </p:cBhvr>
                                      <p:to>
                                        <p:strVal val="visible"/>
                                      </p:to>
                                    </p:set>
                                    <p:anim calcmode="lin" valueType="num">
                                      <p:cBhvr additive="repl">
                                        <p:cTn id="48" dur="1000" fill="hold"/>
                                        <p:tgtEl>
                                          <p:spTgt spid="251"/>
                                        </p:tgtEl>
                                        <p:attrNameLst>
                                          <p:attrName>ppt_x</p:attrName>
                                        </p:attrNameLst>
                                      </p:cBhvr>
                                      <p:tavLst>
                                        <p:tav tm="0">
                                          <p:val>
                                            <p:strVal val="0-#ppt_w/2"/>
                                          </p:val>
                                        </p:tav>
                                        <p:tav tm="100000">
                                          <p:val>
                                            <p:strVal val="#ppt_x"/>
                                          </p:val>
                                        </p:tav>
                                      </p:tavLst>
                                    </p:anim>
                                    <p:anim calcmode="lin" valueType="num">
                                      <p:cBhvr additive="repl">
                                        <p:cTn id="49" dur="1000" fill="hold"/>
                                        <p:tgtEl>
                                          <p:spTgt spid="251"/>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252"/>
                                        </p:tgtEl>
                                        <p:attrNameLst>
                                          <p:attrName>style.visibility</p:attrName>
                                        </p:attrNameLst>
                                      </p:cBhvr>
                                      <p:to>
                                        <p:strVal val="visible"/>
                                      </p:to>
                                    </p:set>
                                    <p:anim calcmode="lin" valueType="num">
                                      <p:cBhvr additive="repl">
                                        <p:cTn id="54" dur="1000" fill="hold"/>
                                        <p:tgtEl>
                                          <p:spTgt spid="252"/>
                                        </p:tgtEl>
                                        <p:attrNameLst>
                                          <p:attrName>ppt_x</p:attrName>
                                        </p:attrNameLst>
                                      </p:cBhvr>
                                      <p:tavLst>
                                        <p:tav tm="0">
                                          <p:val>
                                            <p:strVal val="1+#ppt_w/2"/>
                                          </p:val>
                                        </p:tav>
                                        <p:tav tm="100000">
                                          <p:val>
                                            <p:strVal val="#ppt_x"/>
                                          </p:val>
                                        </p:tav>
                                      </p:tavLst>
                                    </p:anim>
                                    <p:anim calcmode="lin" valueType="num">
                                      <p:cBhvr additive="repl">
                                        <p:cTn id="55" dur="1000" fill="hold"/>
                                        <p:tgtEl>
                                          <p:spTgt spid="252"/>
                                        </p:tgtEl>
                                        <p:attrNameLst>
                                          <p:attrName>ppt_y</p:attrName>
                                        </p:attrNameLst>
                                      </p:cBhvr>
                                      <p:tavLst>
                                        <p:tav tm="0">
                                          <p:val>
                                            <p:strVal val="#ppt_y"/>
                                          </p:val>
                                        </p:tav>
                                        <p:tav tm="100000">
                                          <p:val>
                                            <p:strVal val="#ppt_y"/>
                                          </p:val>
                                        </p:tav>
                                      </p:tavLst>
                                    </p:anim>
                                  </p:childTnLst>
                                </p:cTn>
                              </p:par>
                            </p:childTnLst>
                          </p:cTn>
                        </p:par>
                        <p:par>
                          <p:cTn id="56" fill="hold">
                            <p:stCondLst>
                              <p:cond delay="1000"/>
                            </p:stCondLst>
                            <p:childTnLst>
                              <p:par>
                                <p:cTn id="57" presetID="3" presetClass="entr" presetSubtype="10" fill="hold" nodeType="afterEffect">
                                  <p:stCondLst>
                                    <p:cond delay="0"/>
                                  </p:stCondLst>
                                  <p:childTnLst>
                                    <p:set>
                                      <p:cBhvr>
                                        <p:cTn id="58" dur="1" fill="hold">
                                          <p:stCondLst>
                                            <p:cond delay="0"/>
                                          </p:stCondLst>
                                        </p:cTn>
                                        <p:tgtEl>
                                          <p:spTgt spid="253"/>
                                        </p:tgtEl>
                                        <p:attrNameLst>
                                          <p:attrName>style.visibility</p:attrName>
                                        </p:attrNameLst>
                                      </p:cBhvr>
                                      <p:to>
                                        <p:strVal val="visible"/>
                                      </p:to>
                                    </p:set>
                                    <p:animEffect transition="in" filter="blinds(horizontal)">
                                      <p:cBhvr additive="repl">
                                        <p:cTn id="59" dur="500"/>
                                        <p:tgtEl>
                                          <p:spTgt spid="253"/>
                                        </p:tgtEl>
                                      </p:cBhvr>
                                    </p:animEffect>
                                  </p:childTnLst>
                                </p:cTn>
                              </p:par>
                            </p:childTnLst>
                          </p:cTn>
                        </p:par>
                        <p:par>
                          <p:cTn id="60" fill="hold">
                            <p:stCondLst>
                              <p:cond delay="1500"/>
                            </p:stCondLst>
                            <p:childTnLst>
                              <p:par>
                                <p:cTn id="61" presetID="3" presetClass="entr" presetSubtype="10" fill="hold" nodeType="afterEffect">
                                  <p:stCondLst>
                                    <p:cond delay="0"/>
                                  </p:stCondLst>
                                  <p:childTnLst>
                                    <p:set>
                                      <p:cBhvr>
                                        <p:cTn id="62" dur="1" fill="hold">
                                          <p:stCondLst>
                                            <p:cond delay="0"/>
                                          </p:stCondLst>
                                        </p:cTn>
                                        <p:tgtEl>
                                          <p:spTgt spid="254"/>
                                        </p:tgtEl>
                                        <p:attrNameLst>
                                          <p:attrName>style.visibility</p:attrName>
                                        </p:attrNameLst>
                                      </p:cBhvr>
                                      <p:to>
                                        <p:strVal val="visible"/>
                                      </p:to>
                                    </p:set>
                                    <p:animEffect transition="in" filter="blinds(horizontal)">
                                      <p:cBhvr additive="repl">
                                        <p:cTn id="63" dur="500"/>
                                        <p:tgtEl>
                                          <p:spTgt spid="254"/>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nodeType="clickEffect">
                                  <p:stCondLst>
                                    <p:cond delay="0"/>
                                  </p:stCondLst>
                                  <p:childTnLst>
                                    <p:set>
                                      <p:cBhvr>
                                        <p:cTn id="67" dur="1" fill="hold">
                                          <p:stCondLst>
                                            <p:cond delay="0"/>
                                          </p:stCondLst>
                                        </p:cTn>
                                        <p:tgtEl>
                                          <p:spTgt spid="258"/>
                                        </p:tgtEl>
                                        <p:attrNameLst>
                                          <p:attrName>style.visibility</p:attrName>
                                        </p:attrNameLst>
                                      </p:cBhvr>
                                      <p:to>
                                        <p:strVal val="visible"/>
                                      </p:to>
                                    </p:set>
                                    <p:animEffect transition="in" filter="checkerboard(across)">
                                      <p:cBhvr additive="repl">
                                        <p:cTn id="68" dur="500"/>
                                        <p:tgtEl>
                                          <p:spTgt spid="258"/>
                                        </p:tgtEl>
                                      </p:cBhvr>
                                    </p:animEffect>
                                  </p:childTnLst>
                                </p:cTn>
                              </p:par>
                            </p:childTnLst>
                          </p:cTn>
                        </p:par>
                        <p:par>
                          <p:cTn id="69" fill="hold">
                            <p:stCondLst>
                              <p:cond delay="500"/>
                            </p:stCondLst>
                            <p:childTnLst>
                              <p:par>
                                <p:cTn id="70" presetID="5" presetClass="entr" presetSubtype="10" fill="hold" nodeType="afterEffect">
                                  <p:stCondLst>
                                    <p:cond delay="0"/>
                                  </p:stCondLst>
                                  <p:childTnLst>
                                    <p:set>
                                      <p:cBhvr>
                                        <p:cTn id="71" dur="1" fill="hold">
                                          <p:stCondLst>
                                            <p:cond delay="0"/>
                                          </p:stCondLst>
                                        </p:cTn>
                                        <p:tgtEl>
                                          <p:spTgt spid="259"/>
                                        </p:tgtEl>
                                        <p:attrNameLst>
                                          <p:attrName>style.visibility</p:attrName>
                                        </p:attrNameLst>
                                      </p:cBhvr>
                                      <p:to>
                                        <p:strVal val="visible"/>
                                      </p:to>
                                    </p:set>
                                    <p:animEffect transition="in" filter="checkerboard(across)">
                                      <p:cBhvr additive="repl">
                                        <p:cTn id="72" dur="500"/>
                                        <p:tgtEl>
                                          <p:spTgt spid="259"/>
                                        </p:tgtEl>
                                      </p:cBhvr>
                                    </p:animEffect>
                                  </p:childTnLst>
                                </p:cTn>
                              </p:par>
                            </p:childTnLst>
                          </p:cTn>
                        </p:par>
                        <p:par>
                          <p:cTn id="73" fill="hold">
                            <p:stCondLst>
                              <p:cond delay="1000"/>
                            </p:stCondLst>
                            <p:childTnLst>
                              <p:par>
                                <p:cTn id="74" presetID="5" presetClass="entr" presetSubtype="10" fill="hold" nodeType="afterEffect">
                                  <p:stCondLst>
                                    <p:cond delay="0"/>
                                  </p:stCondLst>
                                  <p:childTnLst>
                                    <p:set>
                                      <p:cBhvr>
                                        <p:cTn id="75" dur="1" fill="hold">
                                          <p:stCondLst>
                                            <p:cond delay="0"/>
                                          </p:stCondLst>
                                        </p:cTn>
                                        <p:tgtEl>
                                          <p:spTgt spid="255"/>
                                        </p:tgtEl>
                                        <p:attrNameLst>
                                          <p:attrName>style.visibility</p:attrName>
                                        </p:attrNameLst>
                                      </p:cBhvr>
                                      <p:to>
                                        <p:strVal val="visible"/>
                                      </p:to>
                                    </p:set>
                                    <p:animEffect transition="in" filter="checkerboard(across)">
                                      <p:cBhvr additive="repl">
                                        <p:cTn id="76" dur="500"/>
                                        <p:tgtEl>
                                          <p:spTgt spid="255"/>
                                        </p:tgtEl>
                                      </p:cBhvr>
                                    </p:animEffect>
                                  </p:childTnLst>
                                </p:cTn>
                              </p:par>
                            </p:childTnLst>
                          </p:cTn>
                        </p:par>
                      </p:childTnLst>
                    </p:cTn>
                  </p:par>
                  <p:par>
                    <p:cTn id="77" fill="hold">
                      <p:stCondLst>
                        <p:cond delay="indefinite"/>
                      </p:stCondLst>
                      <p:childTnLst>
                        <p:par>
                          <p:cTn id="78" fill="hold">
                            <p:stCondLst>
                              <p:cond delay="0"/>
                            </p:stCondLst>
                            <p:childTnLst>
                              <p:par>
                                <p:cTn id="79" presetID="26" presetClass="entr" fill="hold" nodeType="clickEffect">
                                  <p:stCondLst>
                                    <p:cond delay="0"/>
                                  </p:stCondLst>
                                  <p:childTnLst>
                                    <p:set>
                                      <p:cBhvr>
                                        <p:cTn id="80" dur="1" fill="hold">
                                          <p:stCondLst>
                                            <p:cond delay="0"/>
                                          </p:stCondLst>
                                        </p:cTn>
                                        <p:tgtEl>
                                          <p:spTgt spid="256"/>
                                        </p:tgtEl>
                                        <p:attrNameLst>
                                          <p:attrName>style.visibility</p:attrName>
                                        </p:attrNameLst>
                                      </p:cBhvr>
                                      <p:to>
                                        <p:strVal val="visible"/>
                                      </p:to>
                                    </p:set>
                                    <p:animEffect transition="in" filter="wipe(down)">
                                      <p:cBhvr additive="repl">
                                        <p:cTn id="81" dur="580">
                                          <p:stCondLst>
                                            <p:cond delay="0"/>
                                          </p:stCondLst>
                                        </p:cTn>
                                        <p:tgtEl>
                                          <p:spTgt spid="256"/>
                                        </p:tgtEl>
                                      </p:cBhvr>
                                    </p:animEffect>
                                    <p:anim calcmode="lin" valueType="num">
                                      <p:cBhvr additive="repl">
                                        <p:cTn id="82" dur="1822">
                                          <p:stCondLst>
                                            <p:cond delay="0"/>
                                          </p:stCondLst>
                                        </p:cTn>
                                        <p:tgtEl>
                                          <p:spTgt spid="256"/>
                                        </p:tgtEl>
                                        <p:attrNameLst>
                                          <p:attrName>ppt_x</p:attrName>
                                        </p:attrNameLst>
                                      </p:cBhvr>
                                      <p:tavLst>
                                        <p:tav tm="0">
                                          <p:val>
                                            <p:strVal val="#ppt_x-0.25"/>
                                          </p:val>
                                        </p:tav>
                                        <p:tav tm="100000">
                                          <p:val>
                                            <p:strVal val="#ppt_x"/>
                                          </p:val>
                                        </p:tav>
                                      </p:tavLst>
                                    </p:anim>
                                    <p:anim calcmode="lin" valueType="num">
                                      <p:cBhvr additive="repl">
                                        <p:cTn id="83" dur="664">
                                          <p:stCondLst>
                                            <p:cond delay="0"/>
                                          </p:stCondLst>
                                        </p:cTn>
                                        <p:tgtEl>
                                          <p:spTgt spid="256"/>
                                        </p:tgtEl>
                                        <p:attrNameLst>
                                          <p:attrName>ppt_y</p:attrName>
                                        </p:attrNameLst>
                                      </p:cBhvr>
                                      <p:tavLst>
                                        <p:tav tm="0" fmla="y-sin(pi*$)/3">
                                          <p:val>
                                            <p:fltVal val="0.5"/>
                                          </p:val>
                                        </p:tav>
                                        <p:tav tm="100000" fmla="y-sin(pi*$)/3">
                                          <p:val>
                                            <p:fltVal val="1"/>
                                          </p:val>
                                        </p:tav>
                                      </p:tavLst>
                                    </p:anim>
                                    <p:anim calcmode="lin" valueType="num">
                                      <p:cBhvr additive="repl">
                                        <p:cTn id="84" dur="664">
                                          <p:stCondLst>
                                            <p:cond delay="664"/>
                                          </p:stCondLst>
                                        </p:cTn>
                                        <p:tgtEl>
                                          <p:spTgt spid="256"/>
                                        </p:tgtEl>
                                        <p:attrNameLst>
                                          <p:attrName>ppt_y</p:attrName>
                                        </p:attrNameLst>
                                      </p:cBhvr>
                                      <p:tavLst>
                                        <p:tav tm="0" fmla="y-sin(pi*$)/9">
                                          <p:val>
                                            <p:fltVal val="0"/>
                                          </p:val>
                                        </p:tav>
                                        <p:tav tm="100000" fmla="y-sin(pi*$)/9">
                                          <p:val>
                                            <p:fltVal val="1"/>
                                          </p:val>
                                        </p:tav>
                                      </p:tavLst>
                                    </p:anim>
                                    <p:anim calcmode="lin" valueType="num">
                                      <p:cBhvr additive="repl">
                                        <p:cTn id="85" dur="332">
                                          <p:stCondLst>
                                            <p:cond delay="1324"/>
                                          </p:stCondLst>
                                        </p:cTn>
                                        <p:tgtEl>
                                          <p:spTgt spid="256"/>
                                        </p:tgtEl>
                                        <p:attrNameLst>
                                          <p:attrName>ppt_y</p:attrName>
                                        </p:attrNameLst>
                                      </p:cBhvr>
                                      <p:tavLst>
                                        <p:tav tm="0" fmla="y-sin(pi*$)/27">
                                          <p:val>
                                            <p:fltVal val="0"/>
                                          </p:val>
                                        </p:tav>
                                        <p:tav tm="100000" fmla="y-sin(pi*$)/27">
                                          <p:val>
                                            <p:fltVal val="1"/>
                                          </p:val>
                                        </p:tav>
                                      </p:tavLst>
                                    </p:anim>
                                    <p:anim calcmode="lin" valueType="num">
                                      <p:cBhvr additive="repl">
                                        <p:cTn id="86" dur="164">
                                          <p:stCondLst>
                                            <p:cond delay="1656"/>
                                          </p:stCondLst>
                                        </p:cTn>
                                        <p:tgtEl>
                                          <p:spTgt spid="256"/>
                                        </p:tgtEl>
                                        <p:attrNameLst>
                                          <p:attrName>ppt_y</p:attrName>
                                        </p:attrNameLst>
                                      </p:cBhvr>
                                      <p:tavLst>
                                        <p:tav tm="0" fmla="y-sin(pi*$)/81">
                                          <p:val>
                                            <p:fltVal val="0"/>
                                          </p:val>
                                        </p:tav>
                                        <p:tav tm="100000" fmla="y-sin(pi*$)/81">
                                          <p:val>
                                            <p:fltVal val="1"/>
                                          </p:val>
                                        </p:tav>
                                      </p:tavLst>
                                    </p:anim>
                                    <p:animScale>
                                      <p:cBhvr>
                                        <p:cTn id="87" dur="26" fill="hold">
                                          <p:stCondLst>
                                            <p:cond delay="650"/>
                                          </p:stCondLst>
                                        </p:cTn>
                                        <p:tgtEl>
                                          <p:spTgt spid="256"/>
                                        </p:tgtEl>
                                      </p:cBhvr>
                                      <p:to x="100000" y="60000"/>
                                    </p:animScale>
                                    <p:animScale>
                                      <p:cBhvr>
                                        <p:cTn id="88" dur="166" fill="hold">
                                          <p:stCondLst>
                                            <p:cond delay="676"/>
                                          </p:stCondLst>
                                        </p:cTn>
                                        <p:tgtEl>
                                          <p:spTgt spid="256"/>
                                        </p:tgtEl>
                                      </p:cBhvr>
                                      <p:to x="100000" y="100000"/>
                                    </p:animScale>
                                    <p:animScale>
                                      <p:cBhvr>
                                        <p:cTn id="89" dur="26" fill="hold">
                                          <p:stCondLst>
                                            <p:cond delay="1312"/>
                                          </p:stCondLst>
                                        </p:cTn>
                                        <p:tgtEl>
                                          <p:spTgt spid="256"/>
                                        </p:tgtEl>
                                      </p:cBhvr>
                                      <p:to x="100000" y="80000"/>
                                    </p:animScale>
                                    <p:animScale>
                                      <p:cBhvr>
                                        <p:cTn id="90" dur="166" fill="hold">
                                          <p:stCondLst>
                                            <p:cond delay="1338"/>
                                          </p:stCondLst>
                                        </p:cTn>
                                        <p:tgtEl>
                                          <p:spTgt spid="256"/>
                                        </p:tgtEl>
                                      </p:cBhvr>
                                      <p:to x="100000" y="100000"/>
                                    </p:animScale>
                                    <p:animScale>
                                      <p:cBhvr>
                                        <p:cTn id="91" dur="26" fill="hold">
                                          <p:stCondLst>
                                            <p:cond delay="1642"/>
                                          </p:stCondLst>
                                        </p:cTn>
                                        <p:tgtEl>
                                          <p:spTgt spid="256"/>
                                        </p:tgtEl>
                                      </p:cBhvr>
                                      <p:to x="100000" y="90000"/>
                                    </p:animScale>
                                    <p:animScale>
                                      <p:cBhvr>
                                        <p:cTn id="92" dur="166" fill="hold">
                                          <p:stCondLst>
                                            <p:cond delay="1668"/>
                                          </p:stCondLst>
                                        </p:cTn>
                                        <p:tgtEl>
                                          <p:spTgt spid="256"/>
                                        </p:tgtEl>
                                      </p:cBhvr>
                                      <p:to x="100000" y="100000"/>
                                    </p:animScale>
                                    <p:animScale>
                                      <p:cBhvr>
                                        <p:cTn id="93" dur="26" fill="hold">
                                          <p:stCondLst>
                                            <p:cond delay="1808"/>
                                          </p:stCondLst>
                                        </p:cTn>
                                        <p:tgtEl>
                                          <p:spTgt spid="256"/>
                                        </p:tgtEl>
                                      </p:cBhvr>
                                      <p:to x="100000" y="95000"/>
                                    </p:animScale>
                                    <p:animScale>
                                      <p:cBhvr>
                                        <p:cTn id="94" dur="166" fill="hold">
                                          <p:stCondLst>
                                            <p:cond delay="1834"/>
                                          </p:stCondLst>
                                        </p:cTn>
                                        <p:tgtEl>
                                          <p:spTgt spid="256"/>
                                        </p:tgtEl>
                                      </p:cBhvr>
                                      <p:to x="100000" y="100000"/>
                                    </p:animScale>
                                  </p:childTnLst>
                                </p:cTn>
                              </p:par>
                              <p:par>
                                <p:cTn id="95" presetID="26" presetClass="entr" fill="hold" nodeType="withEffect">
                                  <p:stCondLst>
                                    <p:cond delay="0"/>
                                  </p:stCondLst>
                                  <p:childTnLst>
                                    <p:set>
                                      <p:cBhvr>
                                        <p:cTn id="96" dur="1" fill="hold">
                                          <p:stCondLst>
                                            <p:cond delay="0"/>
                                          </p:stCondLst>
                                        </p:cTn>
                                        <p:tgtEl>
                                          <p:spTgt spid="257"/>
                                        </p:tgtEl>
                                        <p:attrNameLst>
                                          <p:attrName>style.visibility</p:attrName>
                                        </p:attrNameLst>
                                      </p:cBhvr>
                                      <p:to>
                                        <p:strVal val="visible"/>
                                      </p:to>
                                    </p:set>
                                    <p:animEffect transition="in" filter="wipe(down)">
                                      <p:cBhvr additive="repl">
                                        <p:cTn id="97" dur="580">
                                          <p:stCondLst>
                                            <p:cond delay="0"/>
                                          </p:stCondLst>
                                        </p:cTn>
                                        <p:tgtEl>
                                          <p:spTgt spid="257"/>
                                        </p:tgtEl>
                                      </p:cBhvr>
                                    </p:animEffect>
                                    <p:anim calcmode="lin" valueType="num">
                                      <p:cBhvr additive="repl">
                                        <p:cTn id="98" dur="1822">
                                          <p:stCondLst>
                                            <p:cond delay="0"/>
                                          </p:stCondLst>
                                        </p:cTn>
                                        <p:tgtEl>
                                          <p:spTgt spid="257"/>
                                        </p:tgtEl>
                                        <p:attrNameLst>
                                          <p:attrName>ppt_x</p:attrName>
                                        </p:attrNameLst>
                                      </p:cBhvr>
                                      <p:tavLst>
                                        <p:tav tm="0">
                                          <p:val>
                                            <p:strVal val="#ppt_x-0.25"/>
                                          </p:val>
                                        </p:tav>
                                        <p:tav tm="100000">
                                          <p:val>
                                            <p:strVal val="#ppt_x"/>
                                          </p:val>
                                        </p:tav>
                                      </p:tavLst>
                                    </p:anim>
                                    <p:anim calcmode="lin" valueType="num">
                                      <p:cBhvr additive="repl">
                                        <p:cTn id="99" dur="664">
                                          <p:stCondLst>
                                            <p:cond delay="0"/>
                                          </p:stCondLst>
                                        </p:cTn>
                                        <p:tgtEl>
                                          <p:spTgt spid="257"/>
                                        </p:tgtEl>
                                        <p:attrNameLst>
                                          <p:attrName>ppt_y</p:attrName>
                                        </p:attrNameLst>
                                      </p:cBhvr>
                                      <p:tavLst>
                                        <p:tav tm="0" fmla="y-sin(pi*$)/3">
                                          <p:val>
                                            <p:fltVal val="0.5"/>
                                          </p:val>
                                        </p:tav>
                                        <p:tav tm="100000" fmla="y-sin(pi*$)/3">
                                          <p:val>
                                            <p:fltVal val="1"/>
                                          </p:val>
                                        </p:tav>
                                      </p:tavLst>
                                    </p:anim>
                                    <p:anim calcmode="lin" valueType="num">
                                      <p:cBhvr additive="repl">
                                        <p:cTn id="100" dur="664">
                                          <p:stCondLst>
                                            <p:cond delay="664"/>
                                          </p:stCondLst>
                                        </p:cTn>
                                        <p:tgtEl>
                                          <p:spTgt spid="257"/>
                                        </p:tgtEl>
                                        <p:attrNameLst>
                                          <p:attrName>ppt_y</p:attrName>
                                        </p:attrNameLst>
                                      </p:cBhvr>
                                      <p:tavLst>
                                        <p:tav tm="0" fmla="y-sin(pi*$)/9">
                                          <p:val>
                                            <p:fltVal val="0"/>
                                          </p:val>
                                        </p:tav>
                                        <p:tav tm="100000" fmla="y-sin(pi*$)/9">
                                          <p:val>
                                            <p:fltVal val="1"/>
                                          </p:val>
                                        </p:tav>
                                      </p:tavLst>
                                    </p:anim>
                                    <p:anim calcmode="lin" valueType="num">
                                      <p:cBhvr additive="repl">
                                        <p:cTn id="101" dur="332">
                                          <p:stCondLst>
                                            <p:cond delay="1324"/>
                                          </p:stCondLst>
                                        </p:cTn>
                                        <p:tgtEl>
                                          <p:spTgt spid="257"/>
                                        </p:tgtEl>
                                        <p:attrNameLst>
                                          <p:attrName>ppt_y</p:attrName>
                                        </p:attrNameLst>
                                      </p:cBhvr>
                                      <p:tavLst>
                                        <p:tav tm="0" fmla="y-sin(pi*$)/27">
                                          <p:val>
                                            <p:fltVal val="0"/>
                                          </p:val>
                                        </p:tav>
                                        <p:tav tm="100000" fmla="y-sin(pi*$)/27">
                                          <p:val>
                                            <p:fltVal val="1"/>
                                          </p:val>
                                        </p:tav>
                                      </p:tavLst>
                                    </p:anim>
                                    <p:anim calcmode="lin" valueType="num">
                                      <p:cBhvr additive="repl">
                                        <p:cTn id="102" dur="164">
                                          <p:stCondLst>
                                            <p:cond delay="1656"/>
                                          </p:stCondLst>
                                        </p:cTn>
                                        <p:tgtEl>
                                          <p:spTgt spid="257"/>
                                        </p:tgtEl>
                                        <p:attrNameLst>
                                          <p:attrName>ppt_y</p:attrName>
                                        </p:attrNameLst>
                                      </p:cBhvr>
                                      <p:tavLst>
                                        <p:tav tm="0" fmla="y-sin(pi*$)/81">
                                          <p:val>
                                            <p:fltVal val="0"/>
                                          </p:val>
                                        </p:tav>
                                        <p:tav tm="100000" fmla="y-sin(pi*$)/81">
                                          <p:val>
                                            <p:fltVal val="1"/>
                                          </p:val>
                                        </p:tav>
                                      </p:tavLst>
                                    </p:anim>
                                    <p:animScale>
                                      <p:cBhvr>
                                        <p:cTn id="103" dur="26" fill="hold">
                                          <p:stCondLst>
                                            <p:cond delay="650"/>
                                          </p:stCondLst>
                                        </p:cTn>
                                        <p:tgtEl>
                                          <p:spTgt spid="257"/>
                                        </p:tgtEl>
                                      </p:cBhvr>
                                      <p:to x="100000" y="60000"/>
                                    </p:animScale>
                                    <p:animScale>
                                      <p:cBhvr>
                                        <p:cTn id="104" dur="166" fill="hold">
                                          <p:stCondLst>
                                            <p:cond delay="676"/>
                                          </p:stCondLst>
                                        </p:cTn>
                                        <p:tgtEl>
                                          <p:spTgt spid="257"/>
                                        </p:tgtEl>
                                      </p:cBhvr>
                                      <p:to x="100000" y="100000"/>
                                    </p:animScale>
                                    <p:animScale>
                                      <p:cBhvr>
                                        <p:cTn id="105" dur="26" fill="hold">
                                          <p:stCondLst>
                                            <p:cond delay="1312"/>
                                          </p:stCondLst>
                                        </p:cTn>
                                        <p:tgtEl>
                                          <p:spTgt spid="257"/>
                                        </p:tgtEl>
                                      </p:cBhvr>
                                      <p:to x="100000" y="80000"/>
                                    </p:animScale>
                                    <p:animScale>
                                      <p:cBhvr>
                                        <p:cTn id="106" dur="166" fill="hold">
                                          <p:stCondLst>
                                            <p:cond delay="1338"/>
                                          </p:stCondLst>
                                        </p:cTn>
                                        <p:tgtEl>
                                          <p:spTgt spid="257"/>
                                        </p:tgtEl>
                                      </p:cBhvr>
                                      <p:to x="100000" y="100000"/>
                                    </p:animScale>
                                    <p:animScale>
                                      <p:cBhvr>
                                        <p:cTn id="107" dur="26" fill="hold">
                                          <p:stCondLst>
                                            <p:cond delay="1642"/>
                                          </p:stCondLst>
                                        </p:cTn>
                                        <p:tgtEl>
                                          <p:spTgt spid="257"/>
                                        </p:tgtEl>
                                      </p:cBhvr>
                                      <p:to x="100000" y="90000"/>
                                    </p:animScale>
                                    <p:animScale>
                                      <p:cBhvr>
                                        <p:cTn id="108" dur="166" fill="hold">
                                          <p:stCondLst>
                                            <p:cond delay="1668"/>
                                          </p:stCondLst>
                                        </p:cTn>
                                        <p:tgtEl>
                                          <p:spTgt spid="257"/>
                                        </p:tgtEl>
                                      </p:cBhvr>
                                      <p:to x="100000" y="100000"/>
                                    </p:animScale>
                                    <p:animScale>
                                      <p:cBhvr>
                                        <p:cTn id="109" dur="26" fill="hold">
                                          <p:stCondLst>
                                            <p:cond delay="1808"/>
                                          </p:stCondLst>
                                        </p:cTn>
                                        <p:tgtEl>
                                          <p:spTgt spid="257"/>
                                        </p:tgtEl>
                                      </p:cBhvr>
                                      <p:to x="100000" y="95000"/>
                                    </p:animScale>
                                    <p:animScale>
                                      <p:cBhvr>
                                        <p:cTn id="110" dur="166" fill="hold">
                                          <p:stCondLst>
                                            <p:cond delay="1834"/>
                                          </p:stCondLst>
                                        </p:cTn>
                                        <p:tgtEl>
                                          <p:spTgt spid="25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PlaceHolder 1"/>
          <p:cNvSpPr>
            <a:spLocks noGrp="1"/>
          </p:cNvSpPr>
          <p:nvPr>
            <p:ph/>
          </p:nvPr>
        </p:nvSpPr>
        <p:spPr>
          <a:xfrm>
            <a:off x="516240" y="1299600"/>
            <a:ext cx="9072360" cy="4134600"/>
          </a:xfrm>
          <a:prstGeom prst="rect">
            <a:avLst/>
          </a:prstGeom>
          <a:noFill/>
          <a:ln w="0">
            <a:noFill/>
          </a:ln>
        </p:spPr>
        <p:txBody>
          <a:bodyPr lIns="90000" tIns="45000" rIns="90000" bIns="45000" anchor="t">
            <a:noAutofit/>
          </a:bodyPr>
          <a:lstStyle/>
          <a:p>
            <a:pPr marL="609480" indent="-609480">
              <a:lnSpc>
                <a:spcPct val="90000"/>
              </a:lnSpc>
              <a:spcBef>
                <a:spcPts val="400"/>
              </a:spcBef>
              <a:buClr>
                <a:srgbClr val="2DA2BF"/>
              </a:buClr>
              <a:buSzPct val="68000"/>
              <a:buFont typeface="Wingdings 3" charset="2"/>
              <a:buChar char=""/>
            </a:pPr>
            <a:r>
              <a:rPr lang="en-GB" sz="2800" b="0" strike="noStrike" spc="-1">
                <a:solidFill>
                  <a:srgbClr val="00B0F0"/>
                </a:solidFill>
                <a:latin typeface="Lucida Sans Unicode"/>
              </a:rPr>
              <a:t>Steps (continued)</a:t>
            </a:r>
            <a:r>
              <a:rPr lang="en-GB" sz="2800" b="0" strike="noStrike" spc="-1">
                <a:solidFill>
                  <a:srgbClr val="000000"/>
                </a:solidFill>
                <a:latin typeface="Lucida Sans Unicode"/>
              </a:rPr>
              <a:t>:</a:t>
            </a:r>
            <a:endParaRPr lang="en-US" sz="2800" b="0" strike="noStrike" spc="-1">
              <a:solidFill>
                <a:srgbClr val="000000"/>
              </a:solidFill>
              <a:latin typeface="Lucida Sans Unicode"/>
            </a:endParaRPr>
          </a:p>
          <a:p>
            <a:pPr marL="1428840" lvl="2" indent="-514440">
              <a:lnSpc>
                <a:spcPct val="90000"/>
              </a:lnSpc>
              <a:spcBef>
                <a:spcPts val="349"/>
              </a:spcBef>
              <a:buClr>
                <a:srgbClr val="DA1F28"/>
              </a:buClr>
              <a:buFont typeface="Lucida Sans Unicode"/>
              <a:buAutoNum type="arabicPeriod" startAt="4"/>
            </a:pPr>
            <a:r>
              <a:rPr lang="en-GB" sz="2800" b="0" strike="noStrike" spc="-1">
                <a:solidFill>
                  <a:srgbClr val="000000"/>
                </a:solidFill>
                <a:latin typeface="Lucida Sans Unicode"/>
              </a:rPr>
              <a:t>Repeat Step 3 until P is obtained</a:t>
            </a:r>
            <a:endParaRPr lang="en-US" sz="2800" b="0" strike="noStrike" spc="-1">
              <a:solidFill>
                <a:srgbClr val="000000"/>
              </a:solidFill>
              <a:latin typeface="Lucida Sans Unicode"/>
            </a:endParaRPr>
          </a:p>
          <a:p>
            <a:pPr marL="1371600" lvl="2" indent="-457200">
              <a:lnSpc>
                <a:spcPct val="90000"/>
              </a:lnSpc>
              <a:spcBef>
                <a:spcPts val="349"/>
              </a:spcBef>
              <a:buClr>
                <a:srgbClr val="DA1F28"/>
              </a:buClr>
              <a:buFont typeface="Wingdings" charset="2"/>
              <a:buAutoNum type="arabicPeriod" startAt="4"/>
            </a:pPr>
            <a:r>
              <a:rPr lang="en-GB" sz="2800" b="0" strike="noStrike" spc="-1">
                <a:solidFill>
                  <a:srgbClr val="000000"/>
                </a:solidFill>
                <a:latin typeface="Lucida Sans Unicode"/>
              </a:rPr>
              <a:t>Cancel both P and </a:t>
            </a:r>
            <a:r>
              <a:rPr lang="en-GB" sz="2800" b="0" strike="noStrike" spc="-1">
                <a:solidFill>
                  <a:srgbClr val="000000"/>
                </a:solidFill>
                <a:latin typeface="Symbol"/>
              </a:rPr>
              <a:t></a:t>
            </a:r>
            <a:r>
              <a:rPr lang="en-GB" sz="2800" b="0" strike="noStrike" spc="-1">
                <a:solidFill>
                  <a:srgbClr val="000000"/>
                </a:solidFill>
                <a:latin typeface="Lucida Sans Unicode"/>
              </a:rPr>
              <a:t>P to procude [] to establish the goal.</a:t>
            </a:r>
            <a:endParaRPr lang="en-US" sz="2800" b="0" strike="noStrike" spc="-1">
              <a:solidFill>
                <a:srgbClr val="000000"/>
              </a:solidFill>
              <a:latin typeface="Lucida Sans Unicode"/>
            </a:endParaRPr>
          </a:p>
        </p:txBody>
      </p:sp>
      <p:sp>
        <p:nvSpPr>
          <p:cNvPr id="261"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Resolution</a:t>
            </a:r>
            <a:endParaRPr lang="en-US" sz="4100" b="0" strike="noStrike" spc="-1">
              <a:solidFill>
                <a:srgbClr val="000000"/>
              </a:solidFill>
              <a:latin typeface="Franklin Gothic Medium"/>
            </a:endParaRPr>
          </a:p>
        </p:txBody>
      </p:sp>
      <p:sp>
        <p:nvSpPr>
          <p:cNvPr id="262" name="TextBox 3"/>
          <p:cNvSpPr/>
          <p:nvPr/>
        </p:nvSpPr>
        <p:spPr>
          <a:xfrm>
            <a:off x="4280040" y="3457800"/>
            <a:ext cx="4050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Lucida Sans Unicode"/>
              </a:rPr>
              <a:t>P</a:t>
            </a:r>
            <a:endParaRPr lang="en-GB" sz="2400" b="0" strike="noStrike" spc="-1">
              <a:latin typeface="Arial"/>
            </a:endParaRPr>
          </a:p>
        </p:txBody>
      </p:sp>
      <p:sp>
        <p:nvSpPr>
          <p:cNvPr id="263" name="TextBox 4"/>
          <p:cNvSpPr/>
          <p:nvPr/>
        </p:nvSpPr>
        <p:spPr>
          <a:xfrm>
            <a:off x="6171840" y="3457800"/>
            <a:ext cx="70992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Lucida Sans Unicode"/>
              </a:rPr>
              <a:t>P</a:t>
            </a:r>
            <a:endParaRPr lang="en-GB" sz="2400" b="0" strike="noStrike" spc="-1">
              <a:latin typeface="Arial"/>
            </a:endParaRPr>
          </a:p>
        </p:txBody>
      </p:sp>
      <p:sp>
        <p:nvSpPr>
          <p:cNvPr id="264" name="Straight Connector 1"/>
          <p:cNvSpPr/>
          <p:nvPr/>
        </p:nvSpPr>
        <p:spPr>
          <a:xfrm>
            <a:off x="4482360" y="3839400"/>
            <a:ext cx="966600" cy="38592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265" name="Straight Connector 2"/>
          <p:cNvSpPr/>
          <p:nvPr/>
        </p:nvSpPr>
        <p:spPr>
          <a:xfrm flipV="1">
            <a:off x="5448960" y="3839400"/>
            <a:ext cx="1078200" cy="38592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266" name="TextBox 9"/>
          <p:cNvSpPr/>
          <p:nvPr/>
        </p:nvSpPr>
        <p:spPr>
          <a:xfrm>
            <a:off x="5219640" y="4225680"/>
            <a:ext cx="4582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Lucida Sans Unicode"/>
              </a:rPr>
              <a:t>[]</a:t>
            </a:r>
            <a:endParaRPr lang="en-GB" sz="2400" b="0" strike="noStrike" spc="-1">
              <a:latin typeface="Arial"/>
            </a:endParaRPr>
          </a:p>
        </p:txBody>
      </p:sp>
      <p:sp>
        <p:nvSpPr>
          <p:cNvPr id="267" name="TextBox 10"/>
          <p:cNvSpPr/>
          <p:nvPr/>
        </p:nvSpPr>
        <p:spPr>
          <a:xfrm>
            <a:off x="4301280" y="2835360"/>
            <a:ext cx="266040" cy="82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1" strike="noStrike" spc="-1">
                <a:solidFill>
                  <a:srgbClr val="000000"/>
                </a:solidFill>
                <a:latin typeface="Lucida Sans Unicode"/>
              </a:rPr>
              <a:t>:</a:t>
            </a:r>
            <a:endParaRPr lang="en-GB" sz="2400" b="0" strike="noStrike" spc="-1">
              <a:latin typeface="Arial"/>
            </a:endParaRPr>
          </a:p>
          <a:p>
            <a:pPr>
              <a:lnSpc>
                <a:spcPct val="100000"/>
              </a:lnSpc>
              <a:buNone/>
            </a:pPr>
            <a:r>
              <a:rPr lang="en-US" sz="2400" b="1" strike="noStrike" spc="-1">
                <a:solidFill>
                  <a:srgbClr val="000000"/>
                </a:solidFill>
                <a:latin typeface="Lucida Sans Unicode"/>
              </a:rPr>
              <a:t>:</a:t>
            </a:r>
            <a:endParaRPr lang="en-GB" sz="2400" b="0" strike="noStrike" spc="-1">
              <a:latin typeface="Arial"/>
            </a:endParaRPr>
          </a:p>
        </p:txBody>
      </p:sp>
      <p:sp>
        <p:nvSpPr>
          <p:cNvPr id="268" name="Straight Connector 3"/>
          <p:cNvSpPr/>
          <p:nvPr/>
        </p:nvSpPr>
        <p:spPr>
          <a:xfrm flipV="1">
            <a:off x="4173480" y="3484800"/>
            <a:ext cx="472320" cy="236160"/>
          </a:xfrm>
          <a:prstGeom prst="line">
            <a:avLst/>
          </a:prstGeom>
          <a:ln w="38100">
            <a:solidFill>
              <a:srgbClr val="FF0000"/>
            </a:solidFill>
            <a:round/>
          </a:ln>
        </p:spPr>
        <p:style>
          <a:lnRef idx="1">
            <a:schemeClr val="accent1"/>
          </a:lnRef>
          <a:fillRef idx="0">
            <a:schemeClr val="accent1"/>
          </a:fillRef>
          <a:effectRef idx="0">
            <a:schemeClr val="accent1"/>
          </a:effectRef>
          <a:fontRef idx="minor"/>
        </p:style>
      </p:sp>
      <p:sp>
        <p:nvSpPr>
          <p:cNvPr id="269" name="Straight Connector 4"/>
          <p:cNvSpPr/>
          <p:nvPr/>
        </p:nvSpPr>
        <p:spPr>
          <a:xfrm flipV="1">
            <a:off x="6378840" y="3484800"/>
            <a:ext cx="472680" cy="236160"/>
          </a:xfrm>
          <a:prstGeom prst="line">
            <a:avLst/>
          </a:prstGeom>
          <a:ln w="38100">
            <a:solidFill>
              <a:srgbClr val="FF0000"/>
            </a:solidFill>
            <a:round/>
          </a:ln>
        </p:spPr>
        <p:style>
          <a:lnRef idx="1">
            <a:schemeClr val="accent1"/>
          </a:lnRef>
          <a:fillRef idx="0">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0">
                                            <p:txEl>
                                              <p:pRg st="1" end="1"/>
                                            </p:txEl>
                                          </p:spTgt>
                                        </p:tgtEl>
                                        <p:attrNameLst>
                                          <p:attrName>style.visibility</p:attrName>
                                        </p:attrNameLst>
                                      </p:cBhvr>
                                      <p:to>
                                        <p:strVal val="visible"/>
                                      </p:to>
                                    </p:set>
                                    <p:animEffect transition="in" filter="checkerboard(across)">
                                      <p:cBhvr additive="repl">
                                        <p:cTn id="7" dur="1000"/>
                                        <p:tgtEl>
                                          <p:spTgt spid="26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0">
                                            <p:txEl>
                                              <p:pRg st="2" end="2"/>
                                            </p:txEl>
                                          </p:spTgt>
                                        </p:tgtEl>
                                        <p:attrNameLst>
                                          <p:attrName>style.visibility</p:attrName>
                                        </p:attrNameLst>
                                      </p:cBhvr>
                                      <p:to>
                                        <p:strVal val="visible"/>
                                      </p:to>
                                    </p:set>
                                    <p:animEffect transition="in" filter="checkerboard(across)">
                                      <p:cBhvr additive="repl">
                                        <p:cTn id="12" dur="1000"/>
                                        <p:tgtEl>
                                          <p:spTgt spid="26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267"/>
                                        </p:tgtEl>
                                        <p:attrNameLst>
                                          <p:attrName>style.visibility</p:attrName>
                                        </p:attrNameLst>
                                      </p:cBhvr>
                                      <p:to>
                                        <p:strVal val="visible"/>
                                      </p:to>
                                    </p:set>
                                    <p:animEffect transition="in" filter="fade">
                                      <p:cBhvr additive="repl">
                                        <p:cTn id="17" dur="2000"/>
                                        <p:tgtEl>
                                          <p:spTgt spid="267"/>
                                        </p:tgtEl>
                                      </p:cBhvr>
                                    </p:animEffect>
                                  </p:childTnLst>
                                </p:cTn>
                              </p:par>
                              <p:par>
                                <p:cTn id="18" presetID="10" presetClass="entr" fill="hold" nodeType="withEffect">
                                  <p:stCondLst>
                                    <p:cond delay="0"/>
                                  </p:stCondLst>
                                  <p:childTnLst>
                                    <p:set>
                                      <p:cBhvr>
                                        <p:cTn id="19" dur="1" fill="hold">
                                          <p:stCondLst>
                                            <p:cond delay="0"/>
                                          </p:stCondLst>
                                        </p:cTn>
                                        <p:tgtEl>
                                          <p:spTgt spid="262"/>
                                        </p:tgtEl>
                                        <p:attrNameLst>
                                          <p:attrName>style.visibility</p:attrName>
                                        </p:attrNameLst>
                                      </p:cBhvr>
                                      <p:to>
                                        <p:strVal val="visible"/>
                                      </p:to>
                                    </p:set>
                                    <p:animEffect transition="in" filter="fade">
                                      <p:cBhvr additive="repl">
                                        <p:cTn id="20" dur="2000"/>
                                        <p:tgtEl>
                                          <p:spTgt spid="262"/>
                                        </p:tgtEl>
                                      </p:cBhvr>
                                    </p:animEffect>
                                  </p:childTnLst>
                                </p:cTn>
                              </p:par>
                              <p:par>
                                <p:cTn id="21" presetID="10" presetClass="entr" fill="hold" nodeType="withEffect">
                                  <p:stCondLst>
                                    <p:cond delay="0"/>
                                  </p:stCondLst>
                                  <p:childTnLst>
                                    <p:set>
                                      <p:cBhvr>
                                        <p:cTn id="22" dur="1" fill="hold">
                                          <p:stCondLst>
                                            <p:cond delay="0"/>
                                          </p:stCondLst>
                                        </p:cTn>
                                        <p:tgtEl>
                                          <p:spTgt spid="263"/>
                                        </p:tgtEl>
                                        <p:attrNameLst>
                                          <p:attrName>style.visibility</p:attrName>
                                        </p:attrNameLst>
                                      </p:cBhvr>
                                      <p:to>
                                        <p:strVal val="visible"/>
                                      </p:to>
                                    </p:set>
                                    <p:animEffect transition="in" filter="fade">
                                      <p:cBhvr additive="repl">
                                        <p:cTn id="23" dur="2000"/>
                                        <p:tgtEl>
                                          <p:spTgt spid="263"/>
                                        </p:tgtEl>
                                      </p:cBhvr>
                                    </p:animEffect>
                                  </p:childTnLst>
                                </p:cTn>
                              </p:par>
                              <p:par>
                                <p:cTn id="24" presetID="10" presetClass="entr" fill="hold" nodeType="withEffect">
                                  <p:stCondLst>
                                    <p:cond delay="0"/>
                                  </p:stCondLst>
                                  <p:childTnLst>
                                    <p:set>
                                      <p:cBhvr>
                                        <p:cTn id="25" dur="1" fill="hold">
                                          <p:stCondLst>
                                            <p:cond delay="0"/>
                                          </p:stCondLst>
                                        </p:cTn>
                                        <p:tgtEl>
                                          <p:spTgt spid="264"/>
                                        </p:tgtEl>
                                        <p:attrNameLst>
                                          <p:attrName>style.visibility</p:attrName>
                                        </p:attrNameLst>
                                      </p:cBhvr>
                                      <p:to>
                                        <p:strVal val="visible"/>
                                      </p:to>
                                    </p:set>
                                    <p:animEffect transition="in" filter="fade">
                                      <p:cBhvr additive="repl">
                                        <p:cTn id="26" dur="2000"/>
                                        <p:tgtEl>
                                          <p:spTgt spid="264"/>
                                        </p:tgtEl>
                                      </p:cBhvr>
                                    </p:animEffect>
                                  </p:childTnLst>
                                </p:cTn>
                              </p:par>
                              <p:par>
                                <p:cTn id="27" presetID="10" presetClass="entr" fill="hold" nodeType="withEffect">
                                  <p:stCondLst>
                                    <p:cond delay="0"/>
                                  </p:stCondLst>
                                  <p:childTnLst>
                                    <p:set>
                                      <p:cBhvr>
                                        <p:cTn id="28" dur="1" fill="hold">
                                          <p:stCondLst>
                                            <p:cond delay="0"/>
                                          </p:stCondLst>
                                        </p:cTn>
                                        <p:tgtEl>
                                          <p:spTgt spid="265"/>
                                        </p:tgtEl>
                                        <p:attrNameLst>
                                          <p:attrName>style.visibility</p:attrName>
                                        </p:attrNameLst>
                                      </p:cBhvr>
                                      <p:to>
                                        <p:strVal val="visible"/>
                                      </p:to>
                                    </p:set>
                                    <p:animEffect transition="in" filter="fade">
                                      <p:cBhvr additive="repl">
                                        <p:cTn id="29" dur="2000"/>
                                        <p:tgtEl>
                                          <p:spTgt spid="265"/>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268"/>
                                        </p:tgtEl>
                                        <p:attrNameLst>
                                          <p:attrName>style.visibility</p:attrName>
                                        </p:attrNameLst>
                                      </p:cBhvr>
                                      <p:to>
                                        <p:strVal val="visible"/>
                                      </p:to>
                                    </p:set>
                                    <p:animEffect transition="in" filter="checkerboard(across)">
                                      <p:cBhvr additive="repl">
                                        <p:cTn id="34" dur="500"/>
                                        <p:tgtEl>
                                          <p:spTgt spid="268"/>
                                        </p:tgtEl>
                                      </p:cBhvr>
                                    </p:animEffect>
                                  </p:childTnLst>
                                </p:cTn>
                              </p:par>
                            </p:childTnLst>
                          </p:cTn>
                        </p:par>
                        <p:par>
                          <p:cTn id="35" fill="hold">
                            <p:stCondLst>
                              <p:cond delay="500"/>
                            </p:stCondLst>
                            <p:childTnLst>
                              <p:par>
                                <p:cTn id="36" presetID="5" presetClass="entr" presetSubtype="10" fill="hold" nodeType="afterEffect">
                                  <p:stCondLst>
                                    <p:cond delay="0"/>
                                  </p:stCondLst>
                                  <p:childTnLst>
                                    <p:set>
                                      <p:cBhvr>
                                        <p:cTn id="37" dur="1" fill="hold">
                                          <p:stCondLst>
                                            <p:cond delay="0"/>
                                          </p:stCondLst>
                                        </p:cTn>
                                        <p:tgtEl>
                                          <p:spTgt spid="269"/>
                                        </p:tgtEl>
                                        <p:attrNameLst>
                                          <p:attrName>style.visibility</p:attrName>
                                        </p:attrNameLst>
                                      </p:cBhvr>
                                      <p:to>
                                        <p:strVal val="visible"/>
                                      </p:to>
                                    </p:set>
                                    <p:animEffect transition="in" filter="checkerboard(across)">
                                      <p:cBhvr additive="repl">
                                        <p:cTn id="38" dur="500"/>
                                        <p:tgtEl>
                                          <p:spTgt spid="269"/>
                                        </p:tgtEl>
                                      </p:cBhvr>
                                    </p:animEffect>
                                  </p:childTnLst>
                                </p:cTn>
                              </p:par>
                            </p:childTnLst>
                          </p:cTn>
                        </p:par>
                        <p:par>
                          <p:cTn id="39" fill="hold">
                            <p:stCondLst>
                              <p:cond delay="1000"/>
                            </p:stCondLst>
                            <p:childTnLst>
                              <p:par>
                                <p:cTn id="40" presetID="10" presetClass="entr" fill="hold" nodeType="afterEffect">
                                  <p:stCondLst>
                                    <p:cond delay="0"/>
                                  </p:stCondLst>
                                  <p:childTnLst>
                                    <p:set>
                                      <p:cBhvr>
                                        <p:cTn id="41" dur="1" fill="hold">
                                          <p:stCondLst>
                                            <p:cond delay="0"/>
                                          </p:stCondLst>
                                        </p:cTn>
                                        <p:tgtEl>
                                          <p:spTgt spid="266"/>
                                        </p:tgtEl>
                                        <p:attrNameLst>
                                          <p:attrName>style.visibility</p:attrName>
                                        </p:attrNameLst>
                                      </p:cBhvr>
                                      <p:to>
                                        <p:strVal val="visible"/>
                                      </p:to>
                                    </p:set>
                                    <p:animEffect transition="in" filter="fade">
                                      <p:cBhvr additive="repl">
                                        <p:cTn id="42" dur="20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p:nvPr>
        </p:nvSpPr>
        <p:spPr>
          <a:xfrm>
            <a:off x="315000" y="1063080"/>
            <a:ext cx="9529200" cy="4193640"/>
          </a:xfrm>
          <a:prstGeom prst="rect">
            <a:avLst/>
          </a:prstGeom>
          <a:noFill/>
          <a:ln w="0">
            <a:noFill/>
          </a:ln>
        </p:spPr>
        <p:txBody>
          <a:bodyPr lIns="90000" tIns="45000" rIns="90000" bIns="45000" anchor="t">
            <a:normAutofit fontScale="91000" lnSpcReduction="10000"/>
          </a:bodyPr>
          <a:lstStyle/>
          <a:p>
            <a:pPr marL="465120" indent="-465120">
              <a:lnSpc>
                <a:spcPct val="100000"/>
              </a:lnSpc>
              <a:spcBef>
                <a:spcPts val="400"/>
              </a:spcBef>
              <a:buClr>
                <a:srgbClr val="2DA2BF"/>
              </a:buClr>
              <a:buSzPct val="68000"/>
              <a:buFont typeface="Wingdings 3" charset="2"/>
              <a:buChar char=""/>
            </a:pPr>
            <a:r>
              <a:rPr lang="en-GB" sz="2800" b="0" strike="noStrike" spc="-1">
                <a:solidFill>
                  <a:srgbClr val="000000"/>
                </a:solidFill>
                <a:latin typeface="Lucida Sans Unicode"/>
              </a:rPr>
              <a:t>Equivalence rules</a:t>
            </a:r>
            <a:endParaRPr lang="en-US" sz="2800" b="0" strike="noStrike" spc="-1">
              <a:solidFill>
                <a:srgbClr val="000000"/>
              </a:solidFill>
              <a:latin typeface="Lucida Sans Unicode"/>
            </a:endParaRP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R)	</a:t>
            </a:r>
            <a:r>
              <a:rPr lang="en-US" sz="2400" b="0" strike="noStrike" spc="-1">
                <a:solidFill>
                  <a:srgbClr val="000000"/>
                </a:solidFill>
                <a:latin typeface="Symbol"/>
              </a:rPr>
              <a:t></a:t>
            </a:r>
            <a:r>
              <a:rPr lang="en-US" sz="2400" b="0" strike="noStrike" spc="-1">
                <a:solidFill>
                  <a:srgbClr val="000000"/>
                </a:solidFill>
                <a:latin typeface="Lucida Sans Unicode"/>
              </a:rPr>
              <a:t>	(P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R </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P </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P	</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FF3300"/>
                </a:solidFill>
                <a:latin typeface="Symbol"/>
              </a:rPr>
              <a:t></a:t>
            </a:r>
            <a:r>
              <a:rPr lang="en-US" sz="2400" b="0" strike="noStrike" spc="-1">
                <a:solidFill>
                  <a:srgbClr val="FF3300"/>
                </a:solidFill>
                <a:latin typeface="Lucida Sans Unicode"/>
              </a:rPr>
              <a:t>(P </a:t>
            </a:r>
            <a:r>
              <a:rPr lang="en-US" sz="2400" b="0" strike="noStrike" spc="-1">
                <a:solidFill>
                  <a:srgbClr val="FF3300"/>
                </a:solidFill>
                <a:latin typeface="Symbol"/>
              </a:rPr>
              <a:t></a:t>
            </a:r>
            <a:r>
              <a:rPr lang="en-US" sz="2400" b="0" strike="noStrike" spc="-1">
                <a:solidFill>
                  <a:srgbClr val="FF3300"/>
                </a:solidFill>
                <a:latin typeface="Lucida Sans Unicode"/>
              </a:rPr>
              <a:t> Q)	</a:t>
            </a:r>
            <a:r>
              <a:rPr lang="en-US" sz="2400" b="0" strike="noStrike" spc="-1">
                <a:solidFill>
                  <a:srgbClr val="FF3300"/>
                </a:solidFill>
                <a:latin typeface="Symbol"/>
              </a:rPr>
              <a:t></a:t>
            </a:r>
            <a:r>
              <a:rPr lang="en-US" sz="2400" b="0" strike="noStrike" spc="-1">
                <a:solidFill>
                  <a:srgbClr val="FF3300"/>
                </a:solidFill>
                <a:latin typeface="Lucida Sans Unicode"/>
              </a:rPr>
              <a:t>	</a:t>
            </a:r>
            <a:r>
              <a:rPr lang="en-US" sz="2400" b="0" strike="noStrike" spc="-1">
                <a:solidFill>
                  <a:srgbClr val="FF3300"/>
                </a:solidFill>
                <a:latin typeface="Symbol"/>
              </a:rPr>
              <a:t></a:t>
            </a:r>
            <a:r>
              <a:rPr lang="en-US" sz="2400" b="0" strike="noStrike" spc="-1">
                <a:solidFill>
                  <a:srgbClr val="FF3300"/>
                </a:solidFill>
                <a:latin typeface="Lucida Sans Unicode"/>
              </a:rPr>
              <a:t>P </a:t>
            </a:r>
            <a:r>
              <a:rPr lang="en-US" sz="2400" b="0" strike="noStrike" spc="-1">
                <a:solidFill>
                  <a:srgbClr val="FF3300"/>
                </a:solidFill>
                <a:latin typeface="Symbol"/>
              </a:rPr>
              <a:t></a:t>
            </a:r>
            <a:r>
              <a:rPr lang="en-US" sz="2400" b="0" strike="noStrike" spc="-1">
                <a:solidFill>
                  <a:srgbClr val="FF3300"/>
                </a:solidFill>
                <a:latin typeface="Lucida Sans Unicode"/>
              </a:rPr>
              <a:t> </a:t>
            </a:r>
            <a:r>
              <a:rPr lang="en-US" sz="2400" b="0" strike="noStrike" spc="-1">
                <a:solidFill>
                  <a:srgbClr val="FF3300"/>
                </a:solidFill>
                <a:latin typeface="Symbol"/>
              </a:rPr>
              <a:t></a:t>
            </a:r>
            <a:r>
              <a:rPr lang="en-US" sz="2400" b="0" strike="noStrike" spc="-1">
                <a:solidFill>
                  <a:srgbClr val="FF3300"/>
                </a:solidFill>
                <a:latin typeface="Lucida Sans Unicode"/>
              </a:rPr>
              <a:t>Q</a:t>
            </a:r>
            <a:r>
              <a:rPr lang="en-US" sz="2400" b="0" strike="noStrike" spc="-1">
                <a:solidFill>
                  <a:srgbClr val="000000"/>
                </a:solidFill>
                <a:latin typeface="Lucida Sans Unicode"/>
              </a:rPr>
              <a:t>	</a:t>
            </a:r>
            <a:r>
              <a:rPr lang="en-US" sz="1600" b="0" i="1" strike="noStrike" spc="-1">
                <a:solidFill>
                  <a:srgbClr val="000000"/>
                </a:solidFill>
                <a:latin typeface="Lucida Sans Unicode"/>
              </a:rPr>
              <a:t>De Morgan</a:t>
            </a:r>
            <a:r>
              <a:rPr lang="en-US" sz="2400" b="0" strike="noStrike" spc="-1">
                <a:solidFill>
                  <a:srgbClr val="FF0000"/>
                </a:solidFill>
                <a:latin typeface="Lucida Sans Unicode"/>
              </a:rPr>
              <a:t>		</a:t>
            </a:r>
            <a:endParaRPr lang="en-US" sz="2400" b="0" strike="noStrike" spc="-1">
              <a:solidFill>
                <a:srgbClr val="000000"/>
              </a:solidFill>
              <a:latin typeface="Lucida Sans Unicode"/>
            </a:endParaRPr>
          </a:p>
          <a:p>
            <a:pPr marL="1146240" lvl="1" indent="-739800">
              <a:lnSpc>
                <a:spcPct val="90000"/>
              </a:lnSpc>
              <a:spcBef>
                <a:spcPts val="323"/>
              </a:spcBef>
              <a:buClr>
                <a:srgbClr val="2DA2BF"/>
              </a:buClr>
              <a:buFont typeface="Wingdings" charset="2"/>
              <a:buAutoNum type="arabicPeriod"/>
            </a:pPr>
            <a:r>
              <a:rPr lang="en-US" sz="2400" b="0" strike="noStrike" spc="-1">
                <a:solidFill>
                  <a:srgbClr val="FF0000"/>
                </a:solidFill>
                <a:latin typeface="Symbol"/>
              </a:rPr>
              <a:t></a:t>
            </a:r>
            <a:r>
              <a:rPr lang="en-US" sz="2400" b="0" strike="noStrike" spc="-1">
                <a:solidFill>
                  <a:srgbClr val="FF0000"/>
                </a:solidFill>
                <a:latin typeface="Lucida Sans Unicode"/>
              </a:rPr>
              <a:t>(P </a:t>
            </a:r>
            <a:r>
              <a:rPr lang="en-US" sz="2400" b="0" strike="noStrike" spc="-1">
                <a:solidFill>
                  <a:srgbClr val="FF0000"/>
                </a:solidFill>
                <a:latin typeface="Symbol"/>
              </a:rPr>
              <a:t></a:t>
            </a:r>
            <a:r>
              <a:rPr lang="en-US" sz="2400" b="0" strike="noStrike" spc="-1">
                <a:solidFill>
                  <a:srgbClr val="FF0000"/>
                </a:solidFill>
                <a:latin typeface="Lucida Sans Unicode"/>
              </a:rPr>
              <a:t> Q)	</a:t>
            </a:r>
            <a:r>
              <a:rPr lang="en-US" sz="2400" b="0" strike="noStrike" spc="-1">
                <a:solidFill>
                  <a:srgbClr val="FF0000"/>
                </a:solidFill>
                <a:latin typeface="Symbol"/>
              </a:rPr>
              <a:t></a:t>
            </a:r>
            <a:r>
              <a:rPr lang="en-US" sz="2400" b="0" strike="noStrike" spc="-1">
                <a:solidFill>
                  <a:srgbClr val="FF0000"/>
                </a:solidFill>
                <a:latin typeface="Lucida Sans Unicode"/>
              </a:rPr>
              <a:t>	</a:t>
            </a:r>
            <a:r>
              <a:rPr lang="en-US" sz="2400" b="0" strike="noStrike" spc="-1">
                <a:solidFill>
                  <a:srgbClr val="FF0000"/>
                </a:solidFill>
                <a:latin typeface="Symbol"/>
              </a:rPr>
              <a:t></a:t>
            </a:r>
            <a:r>
              <a:rPr lang="en-US" sz="2400" b="0" strike="noStrike" spc="-1">
                <a:solidFill>
                  <a:srgbClr val="FF0000"/>
                </a:solidFill>
                <a:latin typeface="Lucida Sans Unicode"/>
              </a:rPr>
              <a:t>P </a:t>
            </a:r>
            <a:r>
              <a:rPr lang="en-US" sz="2400" b="0" strike="noStrike" spc="-1">
                <a:solidFill>
                  <a:srgbClr val="FF0000"/>
                </a:solidFill>
                <a:latin typeface="Symbol"/>
              </a:rPr>
              <a:t></a:t>
            </a:r>
            <a:r>
              <a:rPr lang="en-US" sz="2400" b="0" strike="noStrike" spc="-1">
                <a:solidFill>
                  <a:srgbClr val="FF0000"/>
                </a:solidFill>
                <a:latin typeface="Lucida Sans Unicode"/>
              </a:rPr>
              <a:t> </a:t>
            </a:r>
            <a:r>
              <a:rPr lang="en-US" sz="2400" b="0" strike="noStrike" spc="-1">
                <a:solidFill>
                  <a:srgbClr val="FF0000"/>
                </a:solidFill>
                <a:latin typeface="Symbol"/>
              </a:rPr>
              <a:t></a:t>
            </a:r>
            <a:r>
              <a:rPr lang="en-US" sz="2400" b="0" strike="noStrike" spc="-1">
                <a:solidFill>
                  <a:srgbClr val="FF0000"/>
                </a:solidFill>
                <a:latin typeface="Lucida Sans Unicode"/>
              </a:rPr>
              <a:t>Q</a:t>
            </a:r>
            <a:r>
              <a:rPr lang="en-US" sz="2400" b="0" strike="noStrike" spc="-1">
                <a:solidFill>
                  <a:srgbClr val="000000"/>
                </a:solidFill>
                <a:latin typeface="Lucida Sans Unicode"/>
              </a:rPr>
              <a:t>	</a:t>
            </a:r>
            <a:r>
              <a:rPr lang="en-US" sz="1600" b="0" i="1" strike="noStrike" spc="-1">
                <a:solidFill>
                  <a:srgbClr val="000000"/>
                </a:solidFill>
                <a:latin typeface="Lucida Sans Unicode"/>
              </a:rPr>
              <a:t>De Morgan</a:t>
            </a:r>
            <a:r>
              <a:rPr lang="en-US" sz="2400" b="0" strike="noStrike" spc="-1">
                <a:solidFill>
                  <a:srgbClr val="000000"/>
                </a:solidFill>
                <a:latin typeface="Lucida Sans Unicode"/>
              </a:rPr>
              <a:t>		</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Wingdings"/>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a:t>
            </a:r>
            <a:r>
              <a:rPr lang="en-US" sz="2400" b="0" strike="noStrike" spc="-1">
                <a:solidFill>
                  <a:srgbClr val="000000"/>
                </a:solidFill>
                <a:latin typeface="Symbol"/>
              </a:rPr>
              <a:t></a:t>
            </a:r>
            <a:r>
              <a:rPr lang="en-US" sz="2400" b="0" strike="noStrike" spc="-1">
                <a:solidFill>
                  <a:srgbClr val="000000"/>
                </a:solidFill>
                <a:latin typeface="Lucida Sans Unicode"/>
              </a:rPr>
              <a:t>Q </a:t>
            </a:r>
            <a:r>
              <a:rPr lang="en-US" sz="2400" b="0" strike="noStrike" spc="-1">
                <a:solidFill>
                  <a:srgbClr val="000000"/>
                </a:solidFill>
                <a:latin typeface="Wingdings"/>
              </a:rPr>
              <a:t></a:t>
            </a:r>
            <a:r>
              <a:rPr lang="en-US" sz="2400" b="0" strike="noStrike" spc="-1">
                <a:solidFill>
                  <a:srgbClr val="000000"/>
                </a:solidFill>
                <a:latin typeface="Lucida Sans Unicode"/>
              </a:rPr>
              <a:t> </a:t>
            </a:r>
            <a:r>
              <a:rPr lang="en-US" sz="2400" b="0" strike="noStrike" spc="-1">
                <a:solidFill>
                  <a:srgbClr val="000000"/>
                </a:solidFill>
                <a:latin typeface="Symbol"/>
              </a:rPr>
              <a:t></a:t>
            </a:r>
            <a:r>
              <a:rPr lang="en-US" sz="2400" b="0" strike="noStrike" spc="-1">
                <a:solidFill>
                  <a:srgbClr val="000000"/>
                </a:solidFill>
                <a:latin typeface="Lucida Sans Unicode"/>
              </a:rPr>
              <a:t>P		</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FF0000"/>
                </a:solidFill>
                <a:latin typeface="Symbol"/>
              </a:rPr>
              <a:t></a:t>
            </a:r>
            <a:r>
              <a:rPr lang="en-US" sz="2400" b="0" strike="noStrike" spc="-1">
                <a:solidFill>
                  <a:srgbClr val="FF0000"/>
                </a:solidFill>
                <a:latin typeface="Lucida Sans Unicode"/>
              </a:rPr>
              <a:t>P		</a:t>
            </a:r>
            <a:r>
              <a:rPr lang="en-US" sz="2400" b="0" strike="noStrike" spc="-1">
                <a:solidFill>
                  <a:srgbClr val="FF0000"/>
                </a:solidFill>
                <a:latin typeface="Symbol"/>
              </a:rPr>
              <a:t></a:t>
            </a:r>
            <a:r>
              <a:rPr lang="en-US" sz="2400" b="0" strike="noStrike" spc="-1">
                <a:solidFill>
                  <a:srgbClr val="FF0000"/>
                </a:solidFill>
                <a:latin typeface="Lucida Sans Unicode"/>
              </a:rPr>
              <a:t>  	 P</a:t>
            </a:r>
            <a:r>
              <a:rPr lang="en-US" sz="2400" b="0" strike="noStrike" spc="-1">
                <a:solidFill>
                  <a:srgbClr val="000000"/>
                </a:solidFill>
                <a:latin typeface="Lucida Sans Unicode"/>
              </a:rPr>
              <a:t>		</a:t>
            </a:r>
            <a:r>
              <a:rPr lang="en-US" sz="1600" b="0" i="1" strike="noStrike" spc="-1">
                <a:solidFill>
                  <a:srgbClr val="000000"/>
                </a:solidFill>
                <a:latin typeface="Lucida Sans Unicode"/>
              </a:rPr>
              <a:t>Double negation elimination</a:t>
            </a:r>
            <a:endParaRPr lang="en-US" sz="1600" b="0" strike="noStrike" spc="-1">
              <a:solidFill>
                <a:srgbClr val="000000"/>
              </a:solidFill>
              <a:latin typeface="Lucida Sans Unicode"/>
            </a:endParaRPr>
          </a:p>
          <a:p>
            <a:pPr marL="1146240" lvl="1" indent="-739800">
              <a:lnSpc>
                <a:spcPct val="90000"/>
              </a:lnSpc>
              <a:spcBef>
                <a:spcPts val="323"/>
              </a:spcBef>
              <a:buClr>
                <a:srgbClr val="2DA2BF"/>
              </a:buClr>
              <a:buFont typeface="Wingdings" charset="2"/>
              <a:buAutoNum type="arabicPeriod"/>
            </a:pPr>
            <a:r>
              <a:rPr lang="en-US" sz="2400" b="0" strike="noStrike" spc="-1">
                <a:solidFill>
                  <a:srgbClr val="FF0000"/>
                </a:solidFill>
                <a:latin typeface="Lucida Sans Unicode"/>
              </a:rPr>
              <a:t>P </a:t>
            </a:r>
            <a:r>
              <a:rPr lang="en-US" sz="2400" b="0" strike="noStrike" spc="-1">
                <a:solidFill>
                  <a:srgbClr val="FF0000"/>
                </a:solidFill>
                <a:latin typeface="Wingdings"/>
              </a:rPr>
              <a:t></a:t>
            </a:r>
            <a:r>
              <a:rPr lang="en-US" sz="2400" b="0" strike="noStrike" spc="-1">
                <a:solidFill>
                  <a:srgbClr val="FF0000"/>
                </a:solidFill>
                <a:latin typeface="Lucida Sans Unicode"/>
              </a:rPr>
              <a:t> Q	</a:t>
            </a:r>
            <a:r>
              <a:rPr lang="en-US" sz="2400" b="0" strike="noStrike" spc="-1">
                <a:solidFill>
                  <a:srgbClr val="FF0000"/>
                </a:solidFill>
                <a:latin typeface="Symbol"/>
              </a:rPr>
              <a:t></a:t>
            </a:r>
            <a:r>
              <a:rPr lang="en-US" sz="2400" b="0" strike="noStrike" spc="-1">
                <a:solidFill>
                  <a:srgbClr val="FF0000"/>
                </a:solidFill>
                <a:latin typeface="Lucida Sans Unicode"/>
              </a:rPr>
              <a:t>	</a:t>
            </a:r>
            <a:r>
              <a:rPr lang="en-US" sz="2400" b="0" strike="noStrike" spc="-1">
                <a:solidFill>
                  <a:srgbClr val="FF0000"/>
                </a:solidFill>
                <a:latin typeface="Symbol"/>
              </a:rPr>
              <a:t></a:t>
            </a:r>
            <a:r>
              <a:rPr lang="en-US" sz="2400" b="0" strike="noStrike" spc="-1">
                <a:solidFill>
                  <a:srgbClr val="FF0000"/>
                </a:solidFill>
                <a:latin typeface="Lucida Sans Unicode"/>
              </a:rPr>
              <a:t>P </a:t>
            </a:r>
            <a:r>
              <a:rPr lang="en-US" sz="2400" b="0" strike="noStrike" spc="-1">
                <a:solidFill>
                  <a:srgbClr val="FF0000"/>
                </a:solidFill>
                <a:latin typeface="Symbol"/>
              </a:rPr>
              <a:t></a:t>
            </a:r>
            <a:r>
              <a:rPr lang="en-US" sz="2400" b="0" strike="noStrike" spc="-1">
                <a:solidFill>
                  <a:srgbClr val="FF0000"/>
                </a:solidFill>
                <a:latin typeface="Lucida Sans Unicode"/>
              </a:rPr>
              <a:t> Q</a:t>
            </a:r>
            <a:r>
              <a:rPr lang="en-US" sz="2400" b="0" strike="noStrike" spc="-1">
                <a:solidFill>
                  <a:srgbClr val="000000"/>
                </a:solidFill>
                <a:latin typeface="Lucida Sans Unicode"/>
              </a:rPr>
              <a:t>	</a:t>
            </a:r>
            <a:r>
              <a:rPr lang="en-US" sz="1600" b="0" i="1" strike="noStrike" spc="-1">
                <a:solidFill>
                  <a:srgbClr val="000000"/>
                </a:solidFill>
                <a:latin typeface="Lucida Sans Unicode"/>
              </a:rPr>
              <a:t>Implication elimination</a:t>
            </a:r>
            <a:endParaRPr lang="en-US" sz="1600" b="0" strike="noStrike" spc="-1">
              <a:solidFill>
                <a:srgbClr val="000000"/>
              </a:solidFill>
              <a:latin typeface="Lucida Sans Unicode"/>
            </a:endParaRP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Wingdings"/>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(P </a:t>
            </a:r>
            <a:r>
              <a:rPr lang="en-US" sz="2400" b="0" strike="noStrike" spc="-1">
                <a:solidFill>
                  <a:srgbClr val="000000"/>
                </a:solidFill>
                <a:latin typeface="Wingdings"/>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Wingdings"/>
              </a:rPr>
              <a:t></a:t>
            </a:r>
            <a:r>
              <a:rPr lang="en-US" sz="2400" b="0" strike="noStrike" spc="-1">
                <a:solidFill>
                  <a:srgbClr val="000000"/>
                </a:solidFill>
                <a:latin typeface="Lucida Sans Unicode"/>
              </a:rPr>
              <a:t> P)</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Wingdings"/>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(P </a:t>
            </a:r>
            <a:r>
              <a:rPr lang="en-US" sz="2400" b="0" strike="noStrike" spc="-1">
                <a:solidFill>
                  <a:srgbClr val="000000"/>
                </a:solidFill>
                <a:latin typeface="Symbol"/>
              </a:rPr>
              <a:t></a:t>
            </a:r>
            <a:r>
              <a:rPr lang="en-US" sz="2400" b="0" strike="noStrike" spc="-1">
                <a:solidFill>
                  <a:srgbClr val="000000"/>
                </a:solidFill>
                <a:latin typeface="Lucida Sans Unicode"/>
              </a:rPr>
              <a:t> Q) </a:t>
            </a:r>
            <a:r>
              <a:rPr lang="en-US" sz="2400" b="0" strike="noStrike" spc="-1">
                <a:solidFill>
                  <a:srgbClr val="000000"/>
                </a:solidFill>
                <a:latin typeface="Symbol"/>
              </a:rPr>
              <a:t></a:t>
            </a:r>
            <a:r>
              <a:rPr lang="en-US" sz="2400" b="0" strike="noStrike" spc="-1">
                <a:solidFill>
                  <a:srgbClr val="000000"/>
                </a:solidFill>
                <a:latin typeface="Lucida Sans Unicode"/>
              </a:rPr>
              <a:t> (</a:t>
            </a:r>
            <a:r>
              <a:rPr lang="en-US" sz="2400" b="0" strike="noStrike" spc="-1">
                <a:solidFill>
                  <a:srgbClr val="000000"/>
                </a:solidFill>
                <a:latin typeface="Symbol"/>
              </a:rPr>
              <a:t></a:t>
            </a:r>
            <a:r>
              <a:rPr lang="en-US" sz="2400" b="0" strike="noStrike" spc="-1">
                <a:solidFill>
                  <a:srgbClr val="000000"/>
                </a:solidFill>
                <a:latin typeface="Lucida Sans Unicode"/>
              </a:rPr>
              <a:t>P </a:t>
            </a:r>
            <a:r>
              <a:rPr lang="en-US" sz="2400" b="0" strike="noStrike" spc="-1">
                <a:solidFill>
                  <a:srgbClr val="000000"/>
                </a:solidFill>
                <a:latin typeface="Symbol"/>
              </a:rPr>
              <a:t></a:t>
            </a:r>
            <a:r>
              <a:rPr lang="en-US" sz="2400" b="0" strike="noStrike" spc="-1">
                <a:solidFill>
                  <a:srgbClr val="000000"/>
                </a:solidFill>
                <a:latin typeface="Lucida Sans Unicode"/>
              </a:rPr>
              <a:t> </a:t>
            </a:r>
            <a:r>
              <a:rPr lang="en-US" sz="2400" b="0" strike="noStrike" spc="-1">
                <a:solidFill>
                  <a:srgbClr val="000000"/>
                </a:solidFill>
                <a:latin typeface="Symbol"/>
              </a:rPr>
              <a:t></a:t>
            </a:r>
            <a:r>
              <a:rPr lang="en-US" sz="2400" b="0" strike="noStrike" spc="-1">
                <a:solidFill>
                  <a:srgbClr val="000000"/>
                </a:solidFill>
                <a:latin typeface="Lucida Sans Unicode"/>
              </a:rPr>
              <a:t>Q)</a:t>
            </a:r>
          </a:p>
          <a:p>
            <a:pPr marL="1146240" lvl="1" indent="-739800">
              <a:lnSpc>
                <a:spcPct val="90000"/>
              </a:lnSpc>
              <a:spcBef>
                <a:spcPts val="323"/>
              </a:spcBef>
              <a:buClr>
                <a:srgbClr val="2DA2BF"/>
              </a:buClr>
              <a:buFont typeface="Wingdings" charset="2"/>
              <a:buAutoNum type="arabicPeriod"/>
            </a:pPr>
            <a:r>
              <a:rPr lang="en-US" sz="2400" b="0" strike="noStrike" spc="-1">
                <a:solidFill>
                  <a:srgbClr val="000000"/>
                </a:solidFill>
                <a:latin typeface="Lucida Sans Unicode"/>
              </a:rPr>
              <a:t>P </a:t>
            </a:r>
            <a:r>
              <a:rPr lang="en-US" sz="2400" b="0" strike="noStrike" spc="-1">
                <a:solidFill>
                  <a:srgbClr val="000000"/>
                </a:solidFill>
                <a:latin typeface="Symbol"/>
              </a:rPr>
              <a:t></a:t>
            </a:r>
            <a:r>
              <a:rPr lang="en-US" sz="2400" b="0" strike="noStrike" spc="-1">
                <a:solidFill>
                  <a:srgbClr val="000000"/>
                </a:solidFill>
                <a:latin typeface="Lucida Sans Unicode"/>
              </a:rPr>
              <a:t> </a:t>
            </a:r>
            <a:r>
              <a:rPr lang="en-US" sz="2400" b="0" strike="noStrike" spc="-1">
                <a:solidFill>
                  <a:srgbClr val="000000"/>
                </a:solidFill>
                <a:latin typeface="Symbol"/>
              </a:rPr>
              <a:t></a:t>
            </a:r>
            <a:r>
              <a:rPr lang="en-US" sz="2400" b="0" strike="noStrike" spc="-1">
                <a:solidFill>
                  <a:srgbClr val="000000"/>
                </a:solidFill>
                <a:latin typeface="Lucida Sans Unicode"/>
              </a:rPr>
              <a:t>P	</a:t>
            </a:r>
            <a:r>
              <a:rPr lang="en-US" sz="2400" b="0" strike="noStrike" spc="-1">
                <a:solidFill>
                  <a:srgbClr val="000000"/>
                </a:solidFill>
                <a:latin typeface="Symbol"/>
              </a:rPr>
              <a:t></a:t>
            </a:r>
            <a:r>
              <a:rPr lang="en-US" sz="2400" b="0" strike="noStrike" spc="-1">
                <a:solidFill>
                  <a:srgbClr val="000000"/>
                </a:solidFill>
                <a:latin typeface="Lucida Sans Unicode"/>
              </a:rPr>
              <a:t>	False</a:t>
            </a:r>
          </a:p>
          <a:p>
            <a:pPr marL="609480" indent="-609480">
              <a:lnSpc>
                <a:spcPct val="100000"/>
              </a:lnSpc>
              <a:spcBef>
                <a:spcPts val="400"/>
              </a:spcBef>
              <a:buNone/>
              <a:tabLst>
                <a:tab pos="0" algn="l"/>
              </a:tabLst>
            </a:pPr>
            <a:endParaRPr lang="en-US" sz="2400" b="0" strike="noStrike" spc="-1">
              <a:solidFill>
                <a:srgbClr val="000000"/>
              </a:solidFill>
              <a:latin typeface="Lucida Sans Unicode"/>
            </a:endParaRPr>
          </a:p>
        </p:txBody>
      </p:sp>
      <p:sp>
        <p:nvSpPr>
          <p:cNvPr id="271"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Resolution</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Line Callout 3 (Accent Bar) 5"/>
          <p:cNvSpPr/>
          <p:nvPr/>
        </p:nvSpPr>
        <p:spPr>
          <a:xfrm>
            <a:off x="1023840" y="1299600"/>
            <a:ext cx="8584200" cy="1889640"/>
          </a:xfrm>
          <a:prstGeom prst="accentCallout3">
            <a:avLst>
              <a:gd name="adj1" fmla="val 25281"/>
              <a:gd name="adj2" fmla="val -2368"/>
              <a:gd name="adj3" fmla="val 24555"/>
              <a:gd name="adj4" fmla="val -7534"/>
              <a:gd name="adj5" fmla="val 103628"/>
              <a:gd name="adj6" fmla="val -7720"/>
              <a:gd name="adj7" fmla="val 138360"/>
              <a:gd name="adj8" fmla="val 15153"/>
            </a:avLst>
          </a:prstGeom>
          <a:gradFill rotWithShape="0">
            <a:gsLst>
              <a:gs pos="0">
                <a:srgbClr val="9FAFD5"/>
              </a:gs>
              <a:gs pos="100000">
                <a:srgbClr val="D0D8EE"/>
              </a:gs>
            </a:gsLst>
            <a:lin ang="16200000"/>
          </a:gradFill>
          <a:ln>
            <a:solidFill>
              <a:srgbClr val="39639D"/>
            </a:solidFill>
            <a:round/>
          </a:ln>
          <a:effectLst>
            <a:outerShdw blurRad="50760" dist="38160" dir="5400000" rotWithShape="0">
              <a:srgbClr val="000000">
                <a:alpha val="35000"/>
              </a:srgbClr>
            </a:outerShdw>
          </a:effectLst>
        </p:spPr>
        <p:style>
          <a:lnRef idx="1">
            <a:schemeClr val="accent4"/>
          </a:lnRef>
          <a:fillRef idx="2">
            <a:schemeClr val="accent4"/>
          </a:fillRef>
          <a:effectRef idx="1">
            <a:schemeClr val="accent4"/>
          </a:effectRef>
          <a:fontRef idx="minor"/>
        </p:style>
      </p:sp>
      <p:sp>
        <p:nvSpPr>
          <p:cNvPr id="273" name="PlaceHolder 1"/>
          <p:cNvSpPr>
            <a:spLocks noGrp="1"/>
          </p:cNvSpPr>
          <p:nvPr>
            <p:ph/>
          </p:nvPr>
        </p:nvSpPr>
        <p:spPr>
          <a:xfrm>
            <a:off x="516240" y="1334880"/>
            <a:ext cx="9072360" cy="4099320"/>
          </a:xfrm>
          <a:prstGeom prst="rect">
            <a:avLst/>
          </a:prstGeom>
          <a:noFill/>
          <a:ln w="0">
            <a:noFill/>
          </a:ln>
        </p:spPr>
        <p:txBody>
          <a:bodyPr lIns="90000" tIns="45000" rIns="90000" bIns="45000" anchor="t">
            <a:noAutofit/>
          </a:bodyPr>
          <a:lstStyle/>
          <a:p>
            <a:pPr marL="990720" lvl="1" indent="-533520">
              <a:lnSpc>
                <a:spcPct val="80000"/>
              </a:lnSpc>
              <a:spcBef>
                <a:spcPts val="323"/>
              </a:spcBef>
              <a:buClr>
                <a:srgbClr val="2DA2BF"/>
              </a:buClr>
              <a:buFont typeface="Wingdings" charset="2"/>
              <a:buAutoNum type="arabicPeriod"/>
            </a:pPr>
            <a:r>
              <a:rPr lang="en-GB" sz="2300" b="0" strike="noStrike" spc="-1">
                <a:solidFill>
                  <a:srgbClr val="000000"/>
                </a:solidFill>
                <a:latin typeface="Lucida Sans Unicode"/>
              </a:rPr>
              <a:t>IF temperature &gt; 100 (</a:t>
            </a:r>
            <a:r>
              <a:rPr lang="en-GB" sz="2300" b="0" strike="noStrike" spc="-1">
                <a:solidFill>
                  <a:srgbClr val="FF0000"/>
                </a:solidFill>
                <a:latin typeface="Lucida Sans Unicode"/>
              </a:rPr>
              <a:t>A</a:t>
            </a:r>
            <a:r>
              <a:rPr lang="en-GB" sz="2300" b="0" strike="noStrike" spc="-1">
                <a:solidFill>
                  <a:srgbClr val="000000"/>
                </a:solidFill>
                <a:latin typeface="Lucida Sans Unicode"/>
              </a:rPr>
              <a:t>) THEN patient has high temperature (</a:t>
            </a:r>
            <a:r>
              <a:rPr lang="en-GB" sz="2300" b="0" strike="noStrike" spc="-1">
                <a:solidFill>
                  <a:srgbClr val="FF0000"/>
                </a:solidFill>
                <a:latin typeface="Lucida Sans Unicode"/>
              </a:rPr>
              <a:t>B</a:t>
            </a:r>
            <a:r>
              <a:rPr lang="en-GB" sz="2300" b="0" strike="noStrike" spc="-1">
                <a:solidFill>
                  <a:srgbClr val="000000"/>
                </a:solidFill>
                <a:latin typeface="Lucida Sans Unicode"/>
              </a:rPr>
              <a:t>).</a:t>
            </a:r>
            <a:endParaRPr lang="en-US" sz="2300" b="0" strike="noStrike" spc="-1">
              <a:solidFill>
                <a:srgbClr val="000000"/>
              </a:solidFill>
              <a:latin typeface="Lucida Sans Unicode"/>
            </a:endParaRPr>
          </a:p>
          <a:p>
            <a:pPr marL="990720" lvl="1" indent="-533520">
              <a:lnSpc>
                <a:spcPct val="80000"/>
              </a:lnSpc>
              <a:spcBef>
                <a:spcPts val="323"/>
              </a:spcBef>
              <a:buClr>
                <a:srgbClr val="2DA2BF"/>
              </a:buClr>
              <a:buFont typeface="Wingdings" charset="2"/>
              <a:buAutoNum type="arabicPeriod"/>
            </a:pPr>
            <a:r>
              <a:rPr lang="en-GB" sz="2300" b="0" strike="noStrike" spc="-1">
                <a:solidFill>
                  <a:srgbClr val="000000"/>
                </a:solidFill>
                <a:latin typeface="Lucida Sans Unicode"/>
              </a:rPr>
              <a:t>IF patient has high temperature (</a:t>
            </a:r>
            <a:r>
              <a:rPr lang="en-GB" sz="2300" b="0" strike="noStrike" spc="-1">
                <a:solidFill>
                  <a:srgbClr val="FF0000"/>
                </a:solidFill>
                <a:latin typeface="Lucida Sans Unicode"/>
              </a:rPr>
              <a:t>B</a:t>
            </a:r>
            <a:r>
              <a:rPr lang="en-GB" sz="2300" b="0" strike="noStrike" spc="-1">
                <a:solidFill>
                  <a:srgbClr val="000000"/>
                </a:solidFill>
                <a:latin typeface="Lucida Sans Unicode"/>
              </a:rPr>
              <a:t>) THEN advise two aspirin (</a:t>
            </a:r>
            <a:r>
              <a:rPr lang="en-GB" sz="2300" b="0" strike="noStrike" spc="-1">
                <a:solidFill>
                  <a:srgbClr val="FF0000"/>
                </a:solidFill>
                <a:latin typeface="Lucida Sans Unicode"/>
              </a:rPr>
              <a:t>C</a:t>
            </a:r>
            <a:r>
              <a:rPr lang="en-GB" sz="2300" b="0" strike="noStrike" spc="-1">
                <a:solidFill>
                  <a:srgbClr val="000000"/>
                </a:solidFill>
                <a:latin typeface="Lucida Sans Unicode"/>
              </a:rPr>
              <a:t>).</a:t>
            </a:r>
            <a:endParaRPr lang="en-US" sz="2300" b="0" strike="noStrike" spc="-1">
              <a:solidFill>
                <a:srgbClr val="000000"/>
              </a:solidFill>
              <a:latin typeface="Lucida Sans Unicode"/>
            </a:endParaRPr>
          </a:p>
          <a:p>
            <a:pPr marL="990720" lvl="1" indent="-533520">
              <a:lnSpc>
                <a:spcPct val="80000"/>
              </a:lnSpc>
              <a:spcBef>
                <a:spcPts val="323"/>
              </a:spcBef>
              <a:buClr>
                <a:srgbClr val="2DA2BF"/>
              </a:buClr>
              <a:buFont typeface="Wingdings" charset="2"/>
              <a:buAutoNum type="arabicPeriod"/>
            </a:pPr>
            <a:r>
              <a:rPr lang="en-GB" sz="2300" b="0" strike="noStrike" spc="-1">
                <a:solidFill>
                  <a:srgbClr val="000000"/>
                </a:solidFill>
                <a:latin typeface="Lucida Sans Unicode"/>
              </a:rPr>
              <a:t>temperature &gt; 100 (</a:t>
            </a:r>
            <a:r>
              <a:rPr lang="en-GB" sz="2300" b="0" strike="noStrike" spc="-1">
                <a:solidFill>
                  <a:srgbClr val="FF0000"/>
                </a:solidFill>
                <a:latin typeface="Lucida Sans Unicode"/>
              </a:rPr>
              <a:t>A</a:t>
            </a:r>
            <a:r>
              <a:rPr lang="en-GB" sz="2300" b="0" strike="noStrike" spc="-1">
                <a:solidFill>
                  <a:srgbClr val="000000"/>
                </a:solidFill>
                <a:latin typeface="Lucida Sans Unicode"/>
              </a:rPr>
              <a:t>) .</a:t>
            </a:r>
            <a:endParaRPr lang="en-US" sz="2300" b="0" strike="noStrike" spc="-1">
              <a:solidFill>
                <a:srgbClr val="000000"/>
              </a:solidFill>
              <a:latin typeface="Lucida Sans Unicode"/>
            </a:endParaRPr>
          </a:p>
          <a:p>
            <a:pPr marL="990720" indent="-533520">
              <a:lnSpc>
                <a:spcPct val="80000"/>
              </a:lnSpc>
              <a:spcBef>
                <a:spcPts val="323"/>
              </a:spcBef>
              <a:buNone/>
              <a:tabLst>
                <a:tab pos="0" algn="l"/>
              </a:tabLst>
            </a:pPr>
            <a:endParaRPr lang="en-US" sz="2400" b="0" strike="noStrike" spc="-1">
              <a:solidFill>
                <a:srgbClr val="000000"/>
              </a:solidFill>
              <a:latin typeface="Lucida Sans Unicode"/>
            </a:endParaRPr>
          </a:p>
          <a:p>
            <a:pPr marL="2491560" indent="-533520">
              <a:lnSpc>
                <a:spcPct val="80000"/>
              </a:lnSpc>
              <a:spcBef>
                <a:spcPts val="349"/>
              </a:spcBef>
              <a:buNone/>
              <a:tabLst>
                <a:tab pos="0" algn="l"/>
              </a:tabLst>
            </a:pPr>
            <a:endParaRPr lang="en-US" sz="2400" b="0" strike="noStrike" spc="-1">
              <a:solidFill>
                <a:srgbClr val="000000"/>
              </a:solidFill>
              <a:latin typeface="Lucida Sans Unicode"/>
            </a:endParaRPr>
          </a:p>
          <a:p>
            <a:pPr marL="2491560" indent="-533520">
              <a:lnSpc>
                <a:spcPct val="80000"/>
              </a:lnSpc>
              <a:spcBef>
                <a:spcPts val="349"/>
              </a:spcBef>
              <a:buNone/>
              <a:tabLst>
                <a:tab pos="0" algn="l"/>
              </a:tabLst>
            </a:pPr>
            <a:endParaRPr lang="en-US" sz="2400" b="0" strike="noStrike" spc="-1">
              <a:solidFill>
                <a:srgbClr val="000000"/>
              </a:solidFill>
              <a:latin typeface="Lucida Sans Unicode"/>
            </a:endParaRPr>
          </a:p>
          <a:p>
            <a:pPr marL="2491560" indent="-533520">
              <a:lnSpc>
                <a:spcPct val="80000"/>
              </a:lnSpc>
              <a:spcBef>
                <a:spcPts val="349"/>
              </a:spcBef>
              <a:buNone/>
              <a:tabLst>
                <a:tab pos="0" algn="l"/>
              </a:tabLst>
            </a:pPr>
            <a:r>
              <a:rPr lang="en-GB" sz="2400" b="0" strike="noStrike" spc="-1">
                <a:solidFill>
                  <a:srgbClr val="92D050"/>
                </a:solidFill>
                <a:latin typeface="Lucida Sans Unicode"/>
              </a:rPr>
              <a:t>STATE 1</a:t>
            </a:r>
            <a:endParaRPr lang="en-US" sz="2400" b="0" strike="noStrike" spc="-1">
              <a:solidFill>
                <a:srgbClr val="000000"/>
              </a:solidFill>
              <a:latin typeface="Lucida Sans Unicode"/>
            </a:endParaRPr>
          </a:p>
          <a:p>
            <a:pPr marL="2491560" lvl="8" indent="-533520">
              <a:lnSpc>
                <a:spcPct val="80000"/>
              </a:lnSpc>
              <a:spcBef>
                <a:spcPts val="349"/>
              </a:spcBef>
              <a:buClr>
                <a:srgbClr val="EB641B"/>
              </a:buClr>
              <a:buFont typeface="Wingdings" charset="2"/>
              <a:buAutoNum type="arabicPeriod"/>
              <a:tabLst>
                <a:tab pos="0" algn="l"/>
              </a:tabLst>
            </a:pPr>
            <a:r>
              <a:rPr lang="en-GB" sz="2400" b="0" strike="noStrike" spc="-1">
                <a:solidFill>
                  <a:srgbClr val="000000"/>
                </a:solidFill>
                <a:latin typeface="Lucida Sans Unicode"/>
              </a:rPr>
              <a:t>A 	</a:t>
            </a:r>
            <a:r>
              <a:rPr lang="en-GB" sz="2400" b="0" strike="noStrike" spc="-1">
                <a:solidFill>
                  <a:srgbClr val="000000"/>
                </a:solidFill>
                <a:latin typeface="Wingdings"/>
              </a:rPr>
              <a:t></a:t>
            </a:r>
            <a:r>
              <a:rPr lang="en-GB" sz="2400" b="0" strike="noStrike" spc="-1">
                <a:solidFill>
                  <a:srgbClr val="000000"/>
                </a:solidFill>
                <a:latin typeface="Lucida Sans Unicode"/>
              </a:rPr>
              <a:t>	B</a:t>
            </a:r>
            <a:endParaRPr lang="en-US" sz="2400" b="0" strike="noStrike" spc="-1">
              <a:solidFill>
                <a:srgbClr val="000000"/>
              </a:solidFill>
              <a:latin typeface="Lucida Sans Unicode"/>
            </a:endParaRPr>
          </a:p>
          <a:p>
            <a:pPr marL="2491560" lvl="8" indent="-533520">
              <a:lnSpc>
                <a:spcPct val="80000"/>
              </a:lnSpc>
              <a:spcBef>
                <a:spcPts val="349"/>
              </a:spcBef>
              <a:buClr>
                <a:srgbClr val="EB641B"/>
              </a:buClr>
              <a:buFont typeface="Wingdings" charset="2"/>
              <a:buAutoNum type="arabicPeriod"/>
              <a:tabLst>
                <a:tab pos="0" algn="l"/>
              </a:tabLst>
            </a:pPr>
            <a:r>
              <a:rPr lang="en-GB" sz="2400" b="0" strike="noStrike" spc="-1">
                <a:solidFill>
                  <a:srgbClr val="000000"/>
                </a:solidFill>
                <a:latin typeface="Lucida Sans Unicode"/>
              </a:rPr>
              <a:t>B		</a:t>
            </a:r>
            <a:r>
              <a:rPr lang="en-GB" sz="2400" b="0" strike="noStrike" spc="-1">
                <a:solidFill>
                  <a:srgbClr val="000000"/>
                </a:solidFill>
                <a:latin typeface="Wingdings"/>
              </a:rPr>
              <a:t></a:t>
            </a:r>
            <a:r>
              <a:rPr lang="en-GB" sz="2400" b="0" strike="noStrike" spc="-1">
                <a:solidFill>
                  <a:srgbClr val="000000"/>
                </a:solidFill>
                <a:latin typeface="Lucida Sans Unicode"/>
              </a:rPr>
              <a:t>	C</a:t>
            </a:r>
            <a:endParaRPr lang="en-US" sz="2400" b="0" strike="noStrike" spc="-1">
              <a:solidFill>
                <a:srgbClr val="000000"/>
              </a:solidFill>
              <a:latin typeface="Lucida Sans Unicode"/>
            </a:endParaRPr>
          </a:p>
          <a:p>
            <a:pPr marL="2491560" lvl="8" indent="-533520">
              <a:lnSpc>
                <a:spcPct val="80000"/>
              </a:lnSpc>
              <a:spcBef>
                <a:spcPts val="349"/>
              </a:spcBef>
              <a:buClr>
                <a:srgbClr val="EB641B"/>
              </a:buClr>
              <a:buFont typeface="Wingdings" charset="2"/>
              <a:buAutoNum type="arabicPeriod"/>
              <a:tabLst>
                <a:tab pos="0" algn="l"/>
              </a:tabLst>
            </a:pPr>
            <a:r>
              <a:rPr lang="en-GB" sz="2400" b="0" strike="noStrike" spc="-1">
                <a:solidFill>
                  <a:srgbClr val="000000"/>
                </a:solidFill>
                <a:latin typeface="Lucida Sans Unicode"/>
              </a:rPr>
              <a:t>A</a:t>
            </a:r>
            <a:endParaRPr lang="en-US" sz="2400" b="0" strike="noStrike" spc="-1">
              <a:solidFill>
                <a:srgbClr val="000000"/>
              </a:solidFill>
              <a:latin typeface="Lucida Sans Unicode"/>
            </a:endParaRPr>
          </a:p>
          <a:p>
            <a:pPr marL="990720" indent="-533520">
              <a:lnSpc>
                <a:spcPct val="80000"/>
              </a:lnSpc>
              <a:spcBef>
                <a:spcPts val="323"/>
              </a:spcBef>
              <a:buNone/>
              <a:tabLst>
                <a:tab pos="0" algn="l"/>
              </a:tabLst>
            </a:pPr>
            <a:endParaRPr lang="en-US" sz="2400" b="0" strike="noStrike" spc="-1">
              <a:solidFill>
                <a:srgbClr val="000000"/>
              </a:solidFill>
              <a:latin typeface="Lucida Sans Unicode"/>
            </a:endParaRPr>
          </a:p>
        </p:txBody>
      </p:sp>
      <p:sp>
        <p:nvSpPr>
          <p:cNvPr id="274"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Resolution with PL example</a:t>
            </a:r>
            <a:endParaRPr lang="en-US" sz="4100" b="0" strike="noStrike" spc="-1">
              <a:solidFill>
                <a:srgbClr val="000000"/>
              </a:solidFill>
              <a:latin typeface="Franklin Gothic Medium"/>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73">
                                            <p:txEl>
                                              <p:pRg st="6" end="6"/>
                                            </p:txEl>
                                          </p:spTgt>
                                        </p:tgtEl>
                                        <p:attrNameLst>
                                          <p:attrName>style.visibility</p:attrName>
                                        </p:attrNameLst>
                                      </p:cBhvr>
                                      <p:to>
                                        <p:strVal val="visible"/>
                                      </p:to>
                                    </p:set>
                                    <p:animEffect transition="in" filter="fade">
                                      <p:cBhvr additive="repl">
                                        <p:cTn id="7" dur="2000"/>
                                        <p:tgtEl>
                                          <p:spTgt spid="273">
                                            <p:txEl>
                                              <p:pRg st="6" end="6"/>
                                            </p:txEl>
                                          </p:spTgt>
                                        </p:tgtEl>
                                      </p:cBhvr>
                                    </p:animEffect>
                                  </p:childTnLst>
                                </p:cTn>
                              </p:par>
                              <p:par>
                                <p:cTn id="8" presetID="10" presetClass="entr" fill="hold" nodeType="withEffect">
                                  <p:stCondLst>
                                    <p:cond delay="0"/>
                                  </p:stCondLst>
                                  <p:childTnLst>
                                    <p:set>
                                      <p:cBhvr>
                                        <p:cTn id="9" dur="1" fill="hold">
                                          <p:stCondLst>
                                            <p:cond delay="0"/>
                                          </p:stCondLst>
                                        </p:cTn>
                                        <p:tgtEl>
                                          <p:spTgt spid="273">
                                            <p:txEl>
                                              <p:pRg st="7" end="7"/>
                                            </p:txEl>
                                          </p:spTgt>
                                        </p:tgtEl>
                                        <p:attrNameLst>
                                          <p:attrName>style.visibility</p:attrName>
                                        </p:attrNameLst>
                                      </p:cBhvr>
                                      <p:to>
                                        <p:strVal val="visible"/>
                                      </p:to>
                                    </p:set>
                                    <p:animEffect transition="in" filter="fade">
                                      <p:cBhvr additive="repl">
                                        <p:cTn id="10" dur="2000"/>
                                        <p:tgtEl>
                                          <p:spTgt spid="273">
                                            <p:txEl>
                                              <p:pRg st="7" end="7"/>
                                            </p:txEl>
                                          </p:spTgt>
                                        </p:tgtEl>
                                      </p:cBhvr>
                                    </p:animEffect>
                                  </p:childTnLst>
                                </p:cTn>
                              </p:par>
                              <p:par>
                                <p:cTn id="11" presetID="10" presetClass="entr" fill="hold" nodeType="withEffect">
                                  <p:stCondLst>
                                    <p:cond delay="0"/>
                                  </p:stCondLst>
                                  <p:childTnLst>
                                    <p:set>
                                      <p:cBhvr>
                                        <p:cTn id="12" dur="1" fill="hold">
                                          <p:stCondLst>
                                            <p:cond delay="0"/>
                                          </p:stCondLst>
                                        </p:cTn>
                                        <p:tgtEl>
                                          <p:spTgt spid="273">
                                            <p:txEl>
                                              <p:pRg st="8" end="8"/>
                                            </p:txEl>
                                          </p:spTgt>
                                        </p:tgtEl>
                                        <p:attrNameLst>
                                          <p:attrName>style.visibility</p:attrName>
                                        </p:attrNameLst>
                                      </p:cBhvr>
                                      <p:to>
                                        <p:strVal val="visible"/>
                                      </p:to>
                                    </p:set>
                                    <p:animEffect transition="in" filter="fade">
                                      <p:cBhvr additive="repl">
                                        <p:cTn id="13" dur="2000"/>
                                        <p:tgtEl>
                                          <p:spTgt spid="273">
                                            <p:txEl>
                                              <p:pRg st="8" end="8"/>
                                            </p:txEl>
                                          </p:spTgt>
                                        </p:tgtEl>
                                      </p:cBhvr>
                                    </p:animEffect>
                                  </p:childTnLst>
                                </p:cTn>
                              </p:par>
                              <p:par>
                                <p:cTn id="14" presetID="10" presetClass="entr" fill="hold" nodeType="withEffect">
                                  <p:stCondLst>
                                    <p:cond delay="0"/>
                                  </p:stCondLst>
                                  <p:childTnLst>
                                    <p:set>
                                      <p:cBhvr>
                                        <p:cTn id="15" dur="1" fill="hold">
                                          <p:stCondLst>
                                            <p:cond delay="0"/>
                                          </p:stCondLst>
                                        </p:cTn>
                                        <p:tgtEl>
                                          <p:spTgt spid="273">
                                            <p:txEl>
                                              <p:pRg st="9" end="9"/>
                                            </p:txEl>
                                          </p:spTgt>
                                        </p:tgtEl>
                                        <p:attrNameLst>
                                          <p:attrName>style.visibility</p:attrName>
                                        </p:attrNameLst>
                                      </p:cBhvr>
                                      <p:to>
                                        <p:strVal val="visible"/>
                                      </p:to>
                                    </p:set>
                                    <p:animEffect transition="in" filter="fade">
                                      <p:cBhvr additive="repl">
                                        <p:cTn id="16" dur="2000"/>
                                        <p:tgtEl>
                                          <p:spTgt spid="27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p:nvPr>
        </p:nvSpPr>
        <p:spPr>
          <a:xfrm>
            <a:off x="516240" y="1240200"/>
            <a:ext cx="4051080" cy="1972800"/>
          </a:xfrm>
          <a:prstGeom prst="rect">
            <a:avLst/>
          </a:prstGeom>
          <a:noFill/>
          <a:ln w="0">
            <a:noFill/>
          </a:ln>
        </p:spPr>
        <p:txBody>
          <a:bodyPr lIns="90000" tIns="45000" rIns="90000" bIns="45000" anchor="t">
            <a:noAutofit/>
          </a:bodyPr>
          <a:lstStyle/>
          <a:p>
            <a:pPr marL="990720" indent="-533520">
              <a:lnSpc>
                <a:spcPct val="90000"/>
              </a:lnSpc>
              <a:spcBef>
                <a:spcPts val="323"/>
              </a:spcBef>
              <a:buNone/>
              <a:tabLst>
                <a:tab pos="0" algn="l"/>
              </a:tabLst>
            </a:pPr>
            <a:r>
              <a:rPr lang="en-GB" sz="2400" b="0" strike="noStrike" spc="-1">
                <a:solidFill>
                  <a:srgbClr val="92D050"/>
                </a:solidFill>
                <a:latin typeface="Lucida Sans Unicode"/>
              </a:rPr>
              <a:t>STATE 2</a:t>
            </a:r>
            <a:endParaRPr lang="en-US" sz="2400" b="0" strike="noStrike" spc="-1">
              <a:solidFill>
                <a:srgbClr val="000000"/>
              </a:solidFill>
              <a:latin typeface="Lucida Sans Unicode"/>
            </a:endParaRPr>
          </a:p>
          <a:p>
            <a:pPr marL="1371600" lvl="2" indent="-457200">
              <a:lnSpc>
                <a:spcPct val="90000"/>
              </a:lnSpc>
              <a:spcBef>
                <a:spcPts val="349"/>
              </a:spcBef>
              <a:buClr>
                <a:srgbClr val="000000"/>
              </a:buClr>
              <a:buFont typeface="Wingdings" charset="2"/>
              <a:buAutoNum type="arabicPeriod"/>
              <a:tabLst>
                <a:tab pos="0" algn="l"/>
              </a:tabLst>
            </a:pPr>
            <a:r>
              <a:rPr lang="en-GB" sz="2000" b="0" strike="noStrike" spc="-1">
                <a:solidFill>
                  <a:srgbClr val="000000"/>
                </a:solidFill>
                <a:latin typeface="Lucida Sans Unicode"/>
              </a:rPr>
              <a:t>A 	</a:t>
            </a:r>
            <a:r>
              <a:rPr lang="en-GB" sz="2000" b="0" strike="noStrike" spc="-1">
                <a:solidFill>
                  <a:srgbClr val="000000"/>
                </a:solidFill>
                <a:latin typeface="Wingdings"/>
              </a:rPr>
              <a:t></a:t>
            </a:r>
            <a:r>
              <a:rPr lang="en-GB" sz="2000" b="0" strike="noStrike" spc="-1">
                <a:solidFill>
                  <a:srgbClr val="000000"/>
                </a:solidFill>
                <a:latin typeface="Lucida Sans Unicode"/>
              </a:rPr>
              <a:t>	B</a:t>
            </a:r>
            <a:endParaRPr lang="en-US" sz="2000" b="0" strike="noStrike" spc="-1">
              <a:solidFill>
                <a:srgbClr val="000000"/>
              </a:solidFill>
              <a:latin typeface="Lucida Sans Unicode"/>
            </a:endParaRPr>
          </a:p>
          <a:p>
            <a:pPr marL="1371600" lvl="2" indent="-457200">
              <a:lnSpc>
                <a:spcPct val="90000"/>
              </a:lnSpc>
              <a:spcBef>
                <a:spcPts val="349"/>
              </a:spcBef>
              <a:buClr>
                <a:srgbClr val="000000"/>
              </a:buClr>
              <a:buFont typeface="Wingdings" charset="2"/>
              <a:buAutoNum type="arabicPeriod"/>
              <a:tabLst>
                <a:tab pos="0" algn="l"/>
              </a:tabLst>
            </a:pPr>
            <a:r>
              <a:rPr lang="en-GB" sz="2000" b="0" strike="noStrike" spc="-1">
                <a:solidFill>
                  <a:srgbClr val="000000"/>
                </a:solidFill>
                <a:latin typeface="Lucida Sans Unicode"/>
              </a:rPr>
              <a:t>B	</a:t>
            </a:r>
            <a:r>
              <a:rPr lang="en-GB" sz="2000" b="0" strike="noStrike" spc="-1">
                <a:solidFill>
                  <a:srgbClr val="000000"/>
                </a:solidFill>
                <a:latin typeface="Wingdings"/>
              </a:rPr>
              <a:t></a:t>
            </a:r>
            <a:r>
              <a:rPr lang="en-GB" sz="2000" b="0" strike="noStrike" spc="-1">
                <a:solidFill>
                  <a:srgbClr val="000000"/>
                </a:solidFill>
                <a:latin typeface="Lucida Sans Unicode"/>
              </a:rPr>
              <a:t>	C</a:t>
            </a:r>
            <a:endParaRPr lang="en-US" sz="2000" b="0" strike="noStrike" spc="-1">
              <a:solidFill>
                <a:srgbClr val="000000"/>
              </a:solidFill>
              <a:latin typeface="Lucida Sans Unicode"/>
            </a:endParaRPr>
          </a:p>
          <a:p>
            <a:pPr marL="1371600" lvl="2" indent="-457200">
              <a:lnSpc>
                <a:spcPct val="90000"/>
              </a:lnSpc>
              <a:spcBef>
                <a:spcPts val="349"/>
              </a:spcBef>
              <a:buClr>
                <a:srgbClr val="000000"/>
              </a:buClr>
              <a:buFont typeface="Wingdings" charset="2"/>
              <a:buAutoNum type="arabicPeriod"/>
              <a:tabLst>
                <a:tab pos="0" algn="l"/>
              </a:tabLst>
            </a:pPr>
            <a:r>
              <a:rPr lang="en-GB" sz="2000" b="0" strike="noStrike" spc="-1">
                <a:solidFill>
                  <a:srgbClr val="000000"/>
                </a:solidFill>
                <a:latin typeface="Lucida Sans Unicode"/>
              </a:rPr>
              <a:t>A</a:t>
            </a:r>
            <a:endParaRPr lang="en-US" sz="2000" b="0" strike="noStrike" spc="-1">
              <a:solidFill>
                <a:srgbClr val="000000"/>
              </a:solidFill>
              <a:latin typeface="Lucida Sans Unicode"/>
            </a:endParaRPr>
          </a:p>
          <a:p>
            <a:pPr marL="1371600" lvl="2" indent="-457200">
              <a:lnSpc>
                <a:spcPct val="90000"/>
              </a:lnSpc>
              <a:spcBef>
                <a:spcPts val="349"/>
              </a:spcBef>
              <a:buClr>
                <a:srgbClr val="000000"/>
              </a:buClr>
              <a:buFont typeface="Wingdings" charset="2"/>
              <a:buAutoNum type="arabicPeriod"/>
              <a:tabLst>
                <a:tab pos="0" algn="l"/>
              </a:tabLst>
            </a:pPr>
            <a:r>
              <a:rPr lang="en-GB" sz="2000" b="0" strike="noStrike" spc="-1">
                <a:solidFill>
                  <a:srgbClr val="000000"/>
                </a:solidFill>
                <a:latin typeface="Lucida Sans Unicode"/>
              </a:rPr>
              <a:t>B</a:t>
            </a:r>
            <a:endParaRPr lang="en-US" sz="2000" b="0" strike="noStrike" spc="-1">
              <a:solidFill>
                <a:srgbClr val="000000"/>
              </a:solidFill>
              <a:latin typeface="Lucida Sans Unicode"/>
            </a:endParaRPr>
          </a:p>
          <a:p>
            <a:pPr marL="990720" indent="-533520">
              <a:lnSpc>
                <a:spcPct val="90000"/>
              </a:lnSpc>
              <a:spcBef>
                <a:spcPts val="323"/>
              </a:spcBef>
              <a:buNone/>
              <a:tabLst>
                <a:tab pos="0" algn="l"/>
              </a:tabLst>
            </a:pPr>
            <a:endParaRPr lang="en-US" sz="2000" b="0" strike="noStrike" spc="-1">
              <a:solidFill>
                <a:srgbClr val="000000"/>
              </a:solidFill>
              <a:latin typeface="Lucida Sans Unicode"/>
            </a:endParaRPr>
          </a:p>
        </p:txBody>
      </p:sp>
      <p:sp>
        <p:nvSpPr>
          <p:cNvPr id="276"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rmAutofit/>
          </a:bodyPr>
          <a:lstStyle/>
          <a:p>
            <a:pPr>
              <a:lnSpc>
                <a:spcPct val="100000"/>
              </a:lnSpc>
              <a:buNone/>
            </a:pPr>
            <a:r>
              <a:rPr lang="en-US" sz="4100" b="1" strike="noStrike" spc="-1">
                <a:solidFill>
                  <a:srgbClr val="464646"/>
                </a:solidFill>
                <a:latin typeface="Lucida Sans Unicode"/>
              </a:rPr>
              <a:t>Resolution Process</a:t>
            </a:r>
            <a:endParaRPr lang="en-US" sz="4100" b="0" strike="noStrike" spc="-1">
              <a:solidFill>
                <a:srgbClr val="000000"/>
              </a:solidFill>
              <a:latin typeface="Franklin Gothic Medium"/>
            </a:endParaRPr>
          </a:p>
        </p:txBody>
      </p:sp>
      <p:sp>
        <p:nvSpPr>
          <p:cNvPr id="277" name="Rectangle 34"/>
          <p:cNvSpPr/>
          <p:nvPr/>
        </p:nvSpPr>
        <p:spPr>
          <a:xfrm>
            <a:off x="4882680" y="1240200"/>
            <a:ext cx="4051080" cy="2031480"/>
          </a:xfrm>
          <a:prstGeom prst="rect">
            <a:avLst/>
          </a:prstGeom>
          <a:noFill/>
          <a:ln w="9525">
            <a:noFill/>
          </a:ln>
        </p:spPr>
        <p:style>
          <a:lnRef idx="0">
            <a:scrgbClr r="0" g="0" b="0"/>
          </a:lnRef>
          <a:fillRef idx="0">
            <a:scrgbClr r="0" g="0" b="0"/>
          </a:fillRef>
          <a:effectRef idx="0">
            <a:scrgbClr r="0" g="0" b="0"/>
          </a:effectRef>
          <a:fontRef idx="minor"/>
        </p:style>
        <p:txBody>
          <a:bodyPr lIns="54720" tIns="91440" numCol="1" spcCol="0" anchor="t">
            <a:noAutofit/>
          </a:bodyPr>
          <a:lstStyle/>
          <a:p>
            <a:pPr marL="990720" indent="-533520">
              <a:lnSpc>
                <a:spcPct val="90000"/>
              </a:lnSpc>
              <a:spcBef>
                <a:spcPts val="479"/>
              </a:spcBef>
              <a:buNone/>
              <a:tabLst>
                <a:tab pos="0" algn="l"/>
              </a:tabLst>
            </a:pPr>
            <a:r>
              <a:rPr lang="en-GB" sz="2400" b="0" strike="noStrike" spc="-1">
                <a:solidFill>
                  <a:srgbClr val="92D050"/>
                </a:solidFill>
                <a:latin typeface="Lucida Sans Unicode"/>
              </a:rPr>
              <a:t>STATE 3</a:t>
            </a:r>
            <a:endParaRPr lang="en-GB" sz="2400" b="0" strike="noStrike" spc="-1">
              <a:latin typeface="Arial"/>
            </a:endParaRPr>
          </a:p>
          <a:p>
            <a:pPr marL="1371600" lvl="2" indent="-457200">
              <a:lnSpc>
                <a:spcPct val="90000"/>
              </a:lnSpc>
              <a:spcBef>
                <a:spcPts val="400"/>
              </a:spcBef>
              <a:buClr>
                <a:srgbClr val="000000"/>
              </a:buClr>
              <a:buFont typeface="Wingdings" charset="2"/>
              <a:buAutoNum type="arabicPeriod"/>
              <a:tabLst>
                <a:tab pos="0" algn="l"/>
              </a:tabLst>
            </a:pPr>
            <a:r>
              <a:rPr lang="en-GB" sz="2000" b="0" strike="noStrike" spc="-1">
                <a:solidFill>
                  <a:srgbClr val="000000"/>
                </a:solidFill>
                <a:latin typeface="Lucida Sans Unicode"/>
              </a:rPr>
              <a:t>A 	</a:t>
            </a:r>
            <a:r>
              <a:rPr lang="en-GB" sz="2000" b="0" strike="noStrike" spc="-1">
                <a:solidFill>
                  <a:srgbClr val="000000"/>
                </a:solidFill>
                <a:latin typeface="Wingdings"/>
              </a:rPr>
              <a:t></a:t>
            </a:r>
            <a:r>
              <a:rPr lang="en-GB" sz="2000" b="0" strike="noStrike" spc="-1">
                <a:solidFill>
                  <a:srgbClr val="000000"/>
                </a:solidFill>
                <a:latin typeface="Lucida Sans Unicode"/>
              </a:rPr>
              <a:t>	B</a:t>
            </a:r>
            <a:endParaRPr lang="en-GB" sz="2000" b="0" strike="noStrike" spc="-1">
              <a:latin typeface="Arial"/>
            </a:endParaRPr>
          </a:p>
          <a:p>
            <a:pPr marL="1371600" lvl="2" indent="-457200">
              <a:lnSpc>
                <a:spcPct val="90000"/>
              </a:lnSpc>
              <a:spcBef>
                <a:spcPts val="400"/>
              </a:spcBef>
              <a:buClr>
                <a:srgbClr val="000000"/>
              </a:buClr>
              <a:buFont typeface="Wingdings" charset="2"/>
              <a:buAutoNum type="arabicPeriod"/>
              <a:tabLst>
                <a:tab pos="0" algn="l"/>
              </a:tabLst>
            </a:pPr>
            <a:r>
              <a:rPr lang="en-GB" sz="2000" b="0" strike="noStrike" spc="-1">
                <a:solidFill>
                  <a:srgbClr val="000000"/>
                </a:solidFill>
                <a:latin typeface="Lucida Sans Unicode"/>
              </a:rPr>
              <a:t>B	</a:t>
            </a:r>
            <a:r>
              <a:rPr lang="en-GB" sz="2000" b="0" strike="noStrike" spc="-1">
                <a:solidFill>
                  <a:srgbClr val="000000"/>
                </a:solidFill>
                <a:latin typeface="Wingdings"/>
              </a:rPr>
              <a:t></a:t>
            </a:r>
            <a:r>
              <a:rPr lang="en-GB" sz="2000" b="0" strike="noStrike" spc="-1">
                <a:solidFill>
                  <a:srgbClr val="000000"/>
                </a:solidFill>
                <a:latin typeface="Lucida Sans Unicode"/>
              </a:rPr>
              <a:t>	C</a:t>
            </a:r>
            <a:endParaRPr lang="en-GB" sz="2000" b="0" strike="noStrike" spc="-1">
              <a:latin typeface="Arial"/>
            </a:endParaRPr>
          </a:p>
          <a:p>
            <a:pPr marL="1371600" lvl="2" indent="-457200">
              <a:lnSpc>
                <a:spcPct val="90000"/>
              </a:lnSpc>
              <a:spcBef>
                <a:spcPts val="400"/>
              </a:spcBef>
              <a:buClr>
                <a:srgbClr val="000000"/>
              </a:buClr>
              <a:buFont typeface="Wingdings" charset="2"/>
              <a:buAutoNum type="arabicPeriod"/>
              <a:tabLst>
                <a:tab pos="0" algn="l"/>
              </a:tabLst>
            </a:pPr>
            <a:r>
              <a:rPr lang="en-GB" sz="2000" b="0" strike="noStrike" spc="-1">
                <a:solidFill>
                  <a:srgbClr val="000000"/>
                </a:solidFill>
                <a:latin typeface="Lucida Sans Unicode"/>
              </a:rPr>
              <a:t>A</a:t>
            </a:r>
            <a:endParaRPr lang="en-GB" sz="2000" b="0" strike="noStrike" spc="-1">
              <a:latin typeface="Arial"/>
            </a:endParaRPr>
          </a:p>
          <a:p>
            <a:pPr marL="1371600" lvl="2" indent="-457200">
              <a:lnSpc>
                <a:spcPct val="90000"/>
              </a:lnSpc>
              <a:spcBef>
                <a:spcPts val="400"/>
              </a:spcBef>
              <a:buClr>
                <a:srgbClr val="000000"/>
              </a:buClr>
              <a:buFont typeface="Wingdings" charset="2"/>
              <a:buAutoNum type="arabicPeriod"/>
              <a:tabLst>
                <a:tab pos="0" algn="l"/>
              </a:tabLst>
            </a:pPr>
            <a:r>
              <a:rPr lang="en-GB" sz="2000" b="0" strike="noStrike" spc="-1">
                <a:solidFill>
                  <a:srgbClr val="000000"/>
                </a:solidFill>
                <a:latin typeface="Lucida Sans Unicode"/>
              </a:rPr>
              <a:t>B</a:t>
            </a:r>
            <a:endParaRPr lang="en-GB" sz="2000" b="0" strike="noStrike" spc="-1">
              <a:latin typeface="Arial"/>
            </a:endParaRPr>
          </a:p>
          <a:p>
            <a:pPr marL="1371600" lvl="2" indent="-457200">
              <a:lnSpc>
                <a:spcPct val="90000"/>
              </a:lnSpc>
              <a:spcBef>
                <a:spcPts val="400"/>
              </a:spcBef>
              <a:buClr>
                <a:srgbClr val="FF0000"/>
              </a:buClr>
              <a:buFont typeface="Wingdings" charset="2"/>
              <a:buAutoNum type="arabicPeriod"/>
              <a:tabLst>
                <a:tab pos="0" algn="l"/>
              </a:tabLst>
            </a:pPr>
            <a:r>
              <a:rPr lang="en-GB" sz="2000" b="1" strike="noStrike" spc="-1">
                <a:solidFill>
                  <a:srgbClr val="FF0000"/>
                </a:solidFill>
                <a:latin typeface="Lucida Sans Unicode"/>
              </a:rPr>
              <a:t>C </a:t>
            </a:r>
            <a:endParaRPr lang="en-GB" sz="2000" b="0" strike="noStrike" spc="-1">
              <a:latin typeface="Arial"/>
            </a:endParaRPr>
          </a:p>
          <a:p>
            <a:pPr marL="990720" indent="-533520">
              <a:lnSpc>
                <a:spcPct val="90000"/>
              </a:lnSpc>
              <a:spcBef>
                <a:spcPts val="400"/>
              </a:spcBef>
              <a:buNone/>
              <a:tabLst>
                <a:tab pos="0" algn="l"/>
              </a:tabLst>
            </a:pPr>
            <a:endParaRPr lang="en-GB" sz="2000" b="0" strike="noStrike" spc="-1">
              <a:latin typeface="Arial"/>
            </a:endParaRPr>
          </a:p>
        </p:txBody>
      </p:sp>
      <p:sp>
        <p:nvSpPr>
          <p:cNvPr id="278" name="Rectangle 35"/>
          <p:cNvSpPr/>
          <p:nvPr/>
        </p:nvSpPr>
        <p:spPr>
          <a:xfrm>
            <a:off x="684000" y="3402360"/>
            <a:ext cx="8687160" cy="1972800"/>
          </a:xfrm>
          <a:prstGeom prst="rect">
            <a:avLst/>
          </a:prstGeom>
          <a:noFill/>
          <a:ln w="9525">
            <a:noFill/>
          </a:ln>
        </p:spPr>
        <p:style>
          <a:lnRef idx="0">
            <a:scrgbClr r="0" g="0" b="0"/>
          </a:lnRef>
          <a:fillRef idx="0">
            <a:scrgbClr r="0" g="0" b="0"/>
          </a:fillRef>
          <a:effectRef idx="0">
            <a:scrgbClr r="0" g="0" b="0"/>
          </a:effectRef>
          <a:fontRef idx="minor"/>
        </p:style>
        <p:txBody>
          <a:bodyPr lIns="54720" tIns="91440" numCol="1" spcCol="0" anchor="t">
            <a:noAutofit/>
          </a:bodyPr>
          <a:lstStyle/>
          <a:p>
            <a:pPr marL="990720" indent="-533520">
              <a:lnSpc>
                <a:spcPct val="90000"/>
              </a:lnSpc>
              <a:spcBef>
                <a:spcPts val="561"/>
              </a:spcBef>
              <a:buNone/>
              <a:tabLst>
                <a:tab pos="0" algn="l"/>
              </a:tabLst>
            </a:pPr>
            <a:r>
              <a:rPr lang="en-GB" sz="2800" b="0" strike="noStrike" spc="-1">
                <a:solidFill>
                  <a:srgbClr val="000000"/>
                </a:solidFill>
                <a:latin typeface="Lucida Sans Unicode"/>
              </a:rPr>
              <a:t>Perform a resolution to prove C.</a:t>
            </a:r>
            <a:endParaRPr lang="en-GB" sz="2800" b="0" strike="noStrike" spc="-1">
              <a:latin typeface="Arial"/>
            </a:endParaRPr>
          </a:p>
          <a:p>
            <a:pPr marL="990720" indent="-533520">
              <a:lnSpc>
                <a:spcPct val="90000"/>
              </a:lnSpc>
              <a:spcBef>
                <a:spcPts val="561"/>
              </a:spcBef>
              <a:buNone/>
              <a:tabLst>
                <a:tab pos="0" algn="l"/>
              </a:tabLst>
            </a:pPr>
            <a:r>
              <a:rPr lang="en-GB" sz="2800" b="0" strike="noStrike" spc="-1">
                <a:solidFill>
                  <a:srgbClr val="0070C0"/>
                </a:solidFill>
                <a:latin typeface="Lucida Sans Unicode"/>
              </a:rPr>
              <a:t>Step 1: Proof by refutation ... </a:t>
            </a:r>
            <a:r>
              <a:rPr lang="en-GB" sz="2800" b="0" strike="noStrike" spc="-1">
                <a:solidFill>
                  <a:srgbClr val="FF0000"/>
                </a:solidFill>
                <a:latin typeface="Lucida Sans Unicode"/>
              </a:rPr>
              <a:t>obtain </a:t>
            </a:r>
            <a:r>
              <a:rPr lang="en-GB" sz="2800" b="0" strike="noStrike" spc="-1">
                <a:solidFill>
                  <a:srgbClr val="FF0000"/>
                </a:solidFill>
                <a:latin typeface="Symbol"/>
              </a:rPr>
              <a:t></a:t>
            </a:r>
            <a:r>
              <a:rPr lang="en-GB" sz="2800" b="0" strike="noStrike" spc="-1">
                <a:solidFill>
                  <a:srgbClr val="FF0000"/>
                </a:solidFill>
                <a:latin typeface="Lucida Sans Unicode"/>
              </a:rPr>
              <a:t>C </a:t>
            </a:r>
            <a:r>
              <a:rPr lang="en-GB" sz="2800" b="0" strike="noStrike" spc="-1">
                <a:solidFill>
                  <a:srgbClr val="000000"/>
                </a:solidFill>
                <a:latin typeface="Lucida Sans Unicode"/>
              </a:rPr>
              <a:t>(by negating the goal C)</a:t>
            </a:r>
            <a:endParaRPr lang="en-GB" sz="2800" b="0" strike="noStrike" spc="-1">
              <a:latin typeface="Arial"/>
            </a:endParaRPr>
          </a:p>
          <a:p>
            <a:pPr marL="990720" indent="-533520">
              <a:lnSpc>
                <a:spcPct val="90000"/>
              </a:lnSpc>
              <a:spcBef>
                <a:spcPts val="400"/>
              </a:spcBef>
              <a:buNone/>
              <a:tabLst>
                <a:tab pos="0" algn="l"/>
              </a:tabLst>
            </a:pPr>
            <a:endParaRPr lang="en-GB" sz="2000" b="0" strike="noStrike" spc="-1">
              <a:latin typeface="Arial"/>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5">
                                            <p:txEl>
                                              <p:pRg st="0" end="0"/>
                                            </p:txEl>
                                          </p:spTgt>
                                        </p:tgtEl>
                                        <p:attrNameLst>
                                          <p:attrName>style.visibility</p:attrName>
                                        </p:attrNameLst>
                                      </p:cBhvr>
                                      <p:to>
                                        <p:strVal val="visible"/>
                                      </p:to>
                                    </p:set>
                                    <p:anim calcmode="lin" valueType="num">
                                      <p:cBhvr additive="repl">
                                        <p:cTn id="7" dur="1000" fill="hold"/>
                                        <p:tgtEl>
                                          <p:spTgt spid="275">
                                            <p:txEl>
                                              <p:pRg st="0" end="0"/>
                                            </p:txEl>
                                          </p:spTgt>
                                        </p:tgtEl>
                                        <p:attrNameLst>
                                          <p:attrName>ppt_x</p:attrName>
                                        </p:attrNameLst>
                                      </p:cBhvr>
                                      <p:tavLst>
                                        <p:tav tm="0">
                                          <p:val>
                                            <p:strVal val="0-#ppt_w/2"/>
                                          </p:val>
                                        </p:tav>
                                        <p:tav tm="100000">
                                          <p:val>
                                            <p:strVal val="#ppt_x"/>
                                          </p:val>
                                        </p:tav>
                                      </p:tavLst>
                                    </p:anim>
                                    <p:anim calcmode="lin" valueType="num">
                                      <p:cBhvr additive="repl">
                                        <p:cTn id="8" dur="1000" fill="hold"/>
                                        <p:tgtEl>
                                          <p:spTgt spid="2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75">
                                            <p:txEl>
                                              <p:pRg st="1" end="1"/>
                                            </p:txEl>
                                          </p:spTgt>
                                        </p:tgtEl>
                                        <p:attrNameLst>
                                          <p:attrName>style.visibility</p:attrName>
                                        </p:attrNameLst>
                                      </p:cBhvr>
                                      <p:to>
                                        <p:strVal val="visible"/>
                                      </p:to>
                                    </p:set>
                                    <p:anim calcmode="lin" valueType="num">
                                      <p:cBhvr additive="repl">
                                        <p:cTn id="11" dur="1000" fill="hold"/>
                                        <p:tgtEl>
                                          <p:spTgt spid="275">
                                            <p:txEl>
                                              <p:pRg st="1" end="1"/>
                                            </p:txEl>
                                          </p:spTgt>
                                        </p:tgtEl>
                                        <p:attrNameLst>
                                          <p:attrName>ppt_x</p:attrName>
                                        </p:attrNameLst>
                                      </p:cBhvr>
                                      <p:tavLst>
                                        <p:tav tm="0">
                                          <p:val>
                                            <p:strVal val="0-#ppt_w/2"/>
                                          </p:val>
                                        </p:tav>
                                        <p:tav tm="100000">
                                          <p:val>
                                            <p:strVal val="#ppt_x"/>
                                          </p:val>
                                        </p:tav>
                                      </p:tavLst>
                                    </p:anim>
                                    <p:anim calcmode="lin" valueType="num">
                                      <p:cBhvr additive="repl">
                                        <p:cTn id="12" dur="1000" fill="hold"/>
                                        <p:tgtEl>
                                          <p:spTgt spid="27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75">
                                            <p:txEl>
                                              <p:pRg st="2" end="2"/>
                                            </p:txEl>
                                          </p:spTgt>
                                        </p:tgtEl>
                                        <p:attrNameLst>
                                          <p:attrName>style.visibility</p:attrName>
                                        </p:attrNameLst>
                                      </p:cBhvr>
                                      <p:to>
                                        <p:strVal val="visible"/>
                                      </p:to>
                                    </p:set>
                                    <p:anim calcmode="lin" valueType="num">
                                      <p:cBhvr additive="repl">
                                        <p:cTn id="15" dur="1000" fill="hold"/>
                                        <p:tgtEl>
                                          <p:spTgt spid="275">
                                            <p:txEl>
                                              <p:pRg st="2" end="2"/>
                                            </p:txEl>
                                          </p:spTgt>
                                        </p:tgtEl>
                                        <p:attrNameLst>
                                          <p:attrName>ppt_x</p:attrName>
                                        </p:attrNameLst>
                                      </p:cBhvr>
                                      <p:tavLst>
                                        <p:tav tm="0">
                                          <p:val>
                                            <p:strVal val="0-#ppt_w/2"/>
                                          </p:val>
                                        </p:tav>
                                        <p:tav tm="100000">
                                          <p:val>
                                            <p:strVal val="#ppt_x"/>
                                          </p:val>
                                        </p:tav>
                                      </p:tavLst>
                                    </p:anim>
                                    <p:anim calcmode="lin" valueType="num">
                                      <p:cBhvr additive="repl">
                                        <p:cTn id="16" dur="1000" fill="hold"/>
                                        <p:tgtEl>
                                          <p:spTgt spid="27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75">
                                            <p:txEl>
                                              <p:pRg st="3" end="3"/>
                                            </p:txEl>
                                          </p:spTgt>
                                        </p:tgtEl>
                                        <p:attrNameLst>
                                          <p:attrName>style.visibility</p:attrName>
                                        </p:attrNameLst>
                                      </p:cBhvr>
                                      <p:to>
                                        <p:strVal val="visible"/>
                                      </p:to>
                                    </p:set>
                                    <p:anim calcmode="lin" valueType="num">
                                      <p:cBhvr additive="repl">
                                        <p:cTn id="19" dur="1000" fill="hold"/>
                                        <p:tgtEl>
                                          <p:spTgt spid="275">
                                            <p:txEl>
                                              <p:pRg st="3" end="3"/>
                                            </p:txEl>
                                          </p:spTgt>
                                        </p:tgtEl>
                                        <p:attrNameLst>
                                          <p:attrName>ppt_x</p:attrName>
                                        </p:attrNameLst>
                                      </p:cBhvr>
                                      <p:tavLst>
                                        <p:tav tm="0">
                                          <p:val>
                                            <p:strVal val="0-#ppt_w/2"/>
                                          </p:val>
                                        </p:tav>
                                        <p:tav tm="100000">
                                          <p:val>
                                            <p:strVal val="#ppt_x"/>
                                          </p:val>
                                        </p:tav>
                                      </p:tavLst>
                                    </p:anim>
                                    <p:anim calcmode="lin" valueType="num">
                                      <p:cBhvr additive="repl">
                                        <p:cTn id="20" dur="1000" fill="hold"/>
                                        <p:tgtEl>
                                          <p:spTgt spid="27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75">
                                            <p:txEl>
                                              <p:pRg st="4" end="4"/>
                                            </p:txEl>
                                          </p:spTgt>
                                        </p:tgtEl>
                                        <p:attrNameLst>
                                          <p:attrName>style.visibility</p:attrName>
                                        </p:attrNameLst>
                                      </p:cBhvr>
                                      <p:to>
                                        <p:strVal val="visible"/>
                                      </p:to>
                                    </p:set>
                                    <p:anim calcmode="lin" valueType="num">
                                      <p:cBhvr additive="repl">
                                        <p:cTn id="23" dur="1000" fill="hold"/>
                                        <p:tgtEl>
                                          <p:spTgt spid="275">
                                            <p:txEl>
                                              <p:pRg st="4" end="4"/>
                                            </p:txEl>
                                          </p:spTgt>
                                        </p:tgtEl>
                                        <p:attrNameLst>
                                          <p:attrName>ppt_x</p:attrName>
                                        </p:attrNameLst>
                                      </p:cBhvr>
                                      <p:tavLst>
                                        <p:tav tm="0">
                                          <p:val>
                                            <p:strVal val="0-#ppt_w/2"/>
                                          </p:val>
                                        </p:tav>
                                        <p:tav tm="100000">
                                          <p:val>
                                            <p:strVal val="#ppt_x"/>
                                          </p:val>
                                        </p:tav>
                                      </p:tavLst>
                                    </p:anim>
                                    <p:anim calcmode="lin" valueType="num">
                                      <p:cBhvr additive="repl">
                                        <p:cTn id="24" dur="1000" fill="hold"/>
                                        <p:tgtEl>
                                          <p:spTgt spid="2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277">
                                            <p:txEl>
                                              <p:pRg st="0" end="0"/>
                                            </p:txEl>
                                          </p:spTgt>
                                        </p:tgtEl>
                                        <p:attrNameLst>
                                          <p:attrName>style.visibility</p:attrName>
                                        </p:attrNameLst>
                                      </p:cBhvr>
                                      <p:to>
                                        <p:strVal val="visible"/>
                                      </p:to>
                                    </p:set>
                                    <p:anim calcmode="lin" valueType="num">
                                      <p:cBhvr additive="repl">
                                        <p:cTn id="29" dur="1000" fill="hold"/>
                                        <p:tgtEl>
                                          <p:spTgt spid="277">
                                            <p:txEl>
                                              <p:pRg st="0" end="0"/>
                                            </p:txEl>
                                          </p:spTgt>
                                        </p:tgtEl>
                                        <p:attrNameLst>
                                          <p:attrName>ppt_x</p:attrName>
                                        </p:attrNameLst>
                                      </p:cBhvr>
                                      <p:tavLst>
                                        <p:tav tm="0">
                                          <p:val>
                                            <p:strVal val="1+#ppt_w/2"/>
                                          </p:val>
                                        </p:tav>
                                        <p:tav tm="100000">
                                          <p:val>
                                            <p:strVal val="#ppt_x"/>
                                          </p:val>
                                        </p:tav>
                                      </p:tavLst>
                                    </p:anim>
                                    <p:anim calcmode="lin" valueType="num">
                                      <p:cBhvr additive="repl">
                                        <p:cTn id="30" dur="1000" fill="hold"/>
                                        <p:tgtEl>
                                          <p:spTgt spid="277">
                                            <p:txEl>
                                              <p:pRg st="0" end="0"/>
                                            </p:txEl>
                                          </p:spTgt>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77">
                                            <p:txEl>
                                              <p:pRg st="1" end="1"/>
                                            </p:txEl>
                                          </p:spTgt>
                                        </p:tgtEl>
                                        <p:attrNameLst>
                                          <p:attrName>style.visibility</p:attrName>
                                        </p:attrNameLst>
                                      </p:cBhvr>
                                      <p:to>
                                        <p:strVal val="visible"/>
                                      </p:to>
                                    </p:set>
                                    <p:anim calcmode="lin" valueType="num">
                                      <p:cBhvr additive="repl">
                                        <p:cTn id="33" dur="1000" fill="hold"/>
                                        <p:tgtEl>
                                          <p:spTgt spid="277">
                                            <p:txEl>
                                              <p:pRg st="1" end="1"/>
                                            </p:txEl>
                                          </p:spTgt>
                                        </p:tgtEl>
                                        <p:attrNameLst>
                                          <p:attrName>ppt_x</p:attrName>
                                        </p:attrNameLst>
                                      </p:cBhvr>
                                      <p:tavLst>
                                        <p:tav tm="0">
                                          <p:val>
                                            <p:strVal val="1+#ppt_w/2"/>
                                          </p:val>
                                        </p:tav>
                                        <p:tav tm="100000">
                                          <p:val>
                                            <p:strVal val="#ppt_x"/>
                                          </p:val>
                                        </p:tav>
                                      </p:tavLst>
                                    </p:anim>
                                    <p:anim calcmode="lin" valueType="num">
                                      <p:cBhvr additive="repl">
                                        <p:cTn id="34" dur="1000" fill="hold"/>
                                        <p:tgtEl>
                                          <p:spTgt spid="277">
                                            <p:txEl>
                                              <p:pRg st="1" end="1"/>
                                            </p:txEl>
                                          </p:spTgt>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277">
                                            <p:txEl>
                                              <p:pRg st="2" end="2"/>
                                            </p:txEl>
                                          </p:spTgt>
                                        </p:tgtEl>
                                        <p:attrNameLst>
                                          <p:attrName>style.visibility</p:attrName>
                                        </p:attrNameLst>
                                      </p:cBhvr>
                                      <p:to>
                                        <p:strVal val="visible"/>
                                      </p:to>
                                    </p:set>
                                    <p:anim calcmode="lin" valueType="num">
                                      <p:cBhvr additive="repl">
                                        <p:cTn id="37" dur="1000" fill="hold"/>
                                        <p:tgtEl>
                                          <p:spTgt spid="277">
                                            <p:txEl>
                                              <p:pRg st="2" end="2"/>
                                            </p:txEl>
                                          </p:spTgt>
                                        </p:tgtEl>
                                        <p:attrNameLst>
                                          <p:attrName>ppt_x</p:attrName>
                                        </p:attrNameLst>
                                      </p:cBhvr>
                                      <p:tavLst>
                                        <p:tav tm="0">
                                          <p:val>
                                            <p:strVal val="1+#ppt_w/2"/>
                                          </p:val>
                                        </p:tav>
                                        <p:tav tm="100000">
                                          <p:val>
                                            <p:strVal val="#ppt_x"/>
                                          </p:val>
                                        </p:tav>
                                      </p:tavLst>
                                    </p:anim>
                                    <p:anim calcmode="lin" valueType="num">
                                      <p:cBhvr additive="repl">
                                        <p:cTn id="38" dur="1000" fill="hold"/>
                                        <p:tgtEl>
                                          <p:spTgt spid="277">
                                            <p:txEl>
                                              <p:pRg st="2" end="2"/>
                                            </p:txEl>
                                          </p:spTgt>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277">
                                            <p:txEl>
                                              <p:pRg st="3" end="3"/>
                                            </p:txEl>
                                          </p:spTgt>
                                        </p:tgtEl>
                                        <p:attrNameLst>
                                          <p:attrName>style.visibility</p:attrName>
                                        </p:attrNameLst>
                                      </p:cBhvr>
                                      <p:to>
                                        <p:strVal val="visible"/>
                                      </p:to>
                                    </p:set>
                                    <p:anim calcmode="lin" valueType="num">
                                      <p:cBhvr additive="repl">
                                        <p:cTn id="41" dur="1000" fill="hold"/>
                                        <p:tgtEl>
                                          <p:spTgt spid="277">
                                            <p:txEl>
                                              <p:pRg st="3" end="3"/>
                                            </p:txEl>
                                          </p:spTgt>
                                        </p:tgtEl>
                                        <p:attrNameLst>
                                          <p:attrName>ppt_x</p:attrName>
                                        </p:attrNameLst>
                                      </p:cBhvr>
                                      <p:tavLst>
                                        <p:tav tm="0">
                                          <p:val>
                                            <p:strVal val="1+#ppt_w/2"/>
                                          </p:val>
                                        </p:tav>
                                        <p:tav tm="100000">
                                          <p:val>
                                            <p:strVal val="#ppt_x"/>
                                          </p:val>
                                        </p:tav>
                                      </p:tavLst>
                                    </p:anim>
                                    <p:anim calcmode="lin" valueType="num">
                                      <p:cBhvr additive="repl">
                                        <p:cTn id="42" dur="1000" fill="hold"/>
                                        <p:tgtEl>
                                          <p:spTgt spid="277">
                                            <p:txEl>
                                              <p:pRg st="3" end="3"/>
                                            </p:txEl>
                                          </p:spTgt>
                                        </p:tgtEl>
                                        <p:attrNameLst>
                                          <p:attrName>ppt_y</p:attrName>
                                        </p:attrNameLst>
                                      </p:cBhvr>
                                      <p:tavLst>
                                        <p:tav tm="0">
                                          <p:val>
                                            <p:strVal val="#ppt_y"/>
                                          </p:val>
                                        </p:tav>
                                        <p:tav tm="100000">
                                          <p:val>
                                            <p:strVal val="#ppt_y"/>
                                          </p:val>
                                        </p:tav>
                                      </p:tavLst>
                                    </p:anim>
                                  </p:childTnLst>
                                </p:cTn>
                              </p:par>
                              <p:par>
                                <p:cTn id="43" presetID="2" presetClass="entr" presetSubtype="2" fill="hold" nodeType="withEffect">
                                  <p:stCondLst>
                                    <p:cond delay="0"/>
                                  </p:stCondLst>
                                  <p:childTnLst>
                                    <p:set>
                                      <p:cBhvr>
                                        <p:cTn id="44" dur="1" fill="hold">
                                          <p:stCondLst>
                                            <p:cond delay="0"/>
                                          </p:stCondLst>
                                        </p:cTn>
                                        <p:tgtEl>
                                          <p:spTgt spid="277">
                                            <p:txEl>
                                              <p:pRg st="4" end="4"/>
                                            </p:txEl>
                                          </p:spTgt>
                                        </p:tgtEl>
                                        <p:attrNameLst>
                                          <p:attrName>style.visibility</p:attrName>
                                        </p:attrNameLst>
                                      </p:cBhvr>
                                      <p:to>
                                        <p:strVal val="visible"/>
                                      </p:to>
                                    </p:set>
                                    <p:anim calcmode="lin" valueType="num">
                                      <p:cBhvr additive="repl">
                                        <p:cTn id="45" dur="1000" fill="hold"/>
                                        <p:tgtEl>
                                          <p:spTgt spid="277">
                                            <p:txEl>
                                              <p:pRg st="4" end="4"/>
                                            </p:txEl>
                                          </p:spTgt>
                                        </p:tgtEl>
                                        <p:attrNameLst>
                                          <p:attrName>ppt_x</p:attrName>
                                        </p:attrNameLst>
                                      </p:cBhvr>
                                      <p:tavLst>
                                        <p:tav tm="0">
                                          <p:val>
                                            <p:strVal val="1+#ppt_w/2"/>
                                          </p:val>
                                        </p:tav>
                                        <p:tav tm="100000">
                                          <p:val>
                                            <p:strVal val="#ppt_x"/>
                                          </p:val>
                                        </p:tav>
                                      </p:tavLst>
                                    </p:anim>
                                    <p:anim calcmode="lin" valueType="num">
                                      <p:cBhvr additive="repl">
                                        <p:cTn id="46" dur="1000" fill="hold"/>
                                        <p:tgtEl>
                                          <p:spTgt spid="277">
                                            <p:txEl>
                                              <p:pRg st="4" end="4"/>
                                            </p:txEl>
                                          </p:spTgt>
                                        </p:tgtEl>
                                        <p:attrNameLst>
                                          <p:attrName>ppt_y</p:attrName>
                                        </p:attrNameLst>
                                      </p:cBhvr>
                                      <p:tavLst>
                                        <p:tav tm="0">
                                          <p:val>
                                            <p:strVal val="#ppt_y"/>
                                          </p:val>
                                        </p:tav>
                                        <p:tav tm="100000">
                                          <p:val>
                                            <p:strVal val="#ppt_y"/>
                                          </p:val>
                                        </p:tav>
                                      </p:tavLst>
                                    </p:anim>
                                  </p:childTnLst>
                                </p:cTn>
                              </p:par>
                              <p:par>
                                <p:cTn id="47" presetID="2" presetClass="entr" presetSubtype="2" fill="hold" nodeType="withEffect">
                                  <p:stCondLst>
                                    <p:cond delay="0"/>
                                  </p:stCondLst>
                                  <p:childTnLst>
                                    <p:set>
                                      <p:cBhvr>
                                        <p:cTn id="48" dur="1" fill="hold">
                                          <p:stCondLst>
                                            <p:cond delay="0"/>
                                          </p:stCondLst>
                                        </p:cTn>
                                        <p:tgtEl>
                                          <p:spTgt spid="277">
                                            <p:txEl>
                                              <p:pRg st="5" end="5"/>
                                            </p:txEl>
                                          </p:spTgt>
                                        </p:tgtEl>
                                        <p:attrNameLst>
                                          <p:attrName>style.visibility</p:attrName>
                                        </p:attrNameLst>
                                      </p:cBhvr>
                                      <p:to>
                                        <p:strVal val="visible"/>
                                      </p:to>
                                    </p:set>
                                    <p:anim calcmode="lin" valueType="num">
                                      <p:cBhvr additive="repl">
                                        <p:cTn id="49" dur="1000" fill="hold"/>
                                        <p:tgtEl>
                                          <p:spTgt spid="277">
                                            <p:txEl>
                                              <p:pRg st="5" end="5"/>
                                            </p:txEl>
                                          </p:spTgt>
                                        </p:tgtEl>
                                        <p:attrNameLst>
                                          <p:attrName>ppt_x</p:attrName>
                                        </p:attrNameLst>
                                      </p:cBhvr>
                                      <p:tavLst>
                                        <p:tav tm="0">
                                          <p:val>
                                            <p:strVal val="1+#ppt_w/2"/>
                                          </p:val>
                                        </p:tav>
                                        <p:tav tm="100000">
                                          <p:val>
                                            <p:strVal val="#ppt_x"/>
                                          </p:val>
                                        </p:tav>
                                      </p:tavLst>
                                    </p:anim>
                                    <p:anim calcmode="lin" valueType="num">
                                      <p:cBhvr additive="repl">
                                        <p:cTn id="50" dur="1000" fill="hold"/>
                                        <p:tgtEl>
                                          <p:spTgt spid="277">
                                            <p:txEl>
                                              <p:pRg st="5" end="5"/>
                                            </p:txEl>
                                          </p:spTgt>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ID="10" presetClass="entr" fill="hold" nodeType="afterEffect">
                                  <p:stCondLst>
                                    <p:cond delay="0"/>
                                  </p:stCondLst>
                                  <p:childTnLst>
                                    <p:set>
                                      <p:cBhvr>
                                        <p:cTn id="53" dur="1" fill="hold">
                                          <p:stCondLst>
                                            <p:cond delay="0"/>
                                          </p:stCondLst>
                                        </p:cTn>
                                        <p:tgtEl>
                                          <p:spTgt spid="278">
                                            <p:txEl>
                                              <p:pRg st="0" end="0"/>
                                            </p:txEl>
                                          </p:spTgt>
                                        </p:tgtEl>
                                        <p:attrNameLst>
                                          <p:attrName>style.visibility</p:attrName>
                                        </p:attrNameLst>
                                      </p:cBhvr>
                                      <p:to>
                                        <p:strVal val="visible"/>
                                      </p:to>
                                    </p:set>
                                    <p:animEffect transition="in" filter="fade">
                                      <p:cBhvr additive="repl">
                                        <p:cTn id="54" dur="2000"/>
                                        <p:tgtEl>
                                          <p:spTgt spid="278">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41" presetClass="entr" fill="hold" nodeType="clickEffect">
                                  <p:stCondLst>
                                    <p:cond delay="0"/>
                                  </p:stCondLst>
                                  <p:iterate type="lt">
                                    <p:tmAbs val="100"/>
                                  </p:iterate>
                                  <p:childTnLst>
                                    <p:set>
                                      <p:cBhvr>
                                        <p:cTn id="58" dur="1" fill="hold">
                                          <p:stCondLst>
                                            <p:cond delay="0"/>
                                          </p:stCondLst>
                                        </p:cTn>
                                        <p:tgtEl>
                                          <p:spTgt spid="278">
                                            <p:txEl>
                                              <p:pRg st="1" end="1"/>
                                            </p:txEl>
                                          </p:spTgt>
                                        </p:tgtEl>
                                        <p:attrNameLst>
                                          <p:attrName>style.visibility</p:attrName>
                                        </p:attrNameLst>
                                      </p:cBhvr>
                                      <p:to>
                                        <p:strVal val="visible"/>
                                      </p:to>
                                    </p:set>
                                    <p:anim calcmode="lin" valueType="num">
                                      <p:cBhvr additive="repl">
                                        <p:cTn id="59" dur="500" fill="hold"/>
                                        <p:tgtEl>
                                          <p:spTgt spid="278">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60" dur="500" fill="hold"/>
                                        <p:tgtEl>
                                          <p:spTgt spid="278">
                                            <p:txEl>
                                              <p:pRg st="1" end="1"/>
                                            </p:txEl>
                                          </p:spTgt>
                                        </p:tgtEl>
                                        <p:attrNameLst>
                                          <p:attrName>ppt_y</p:attrName>
                                        </p:attrNameLst>
                                      </p:cBhvr>
                                      <p:tavLst>
                                        <p:tav tm="0">
                                          <p:val>
                                            <p:strVal val="#ppt_y"/>
                                          </p:val>
                                        </p:tav>
                                        <p:tav tm="100000">
                                          <p:val>
                                            <p:strVal val="#ppt_y"/>
                                          </p:val>
                                        </p:tav>
                                      </p:tavLst>
                                    </p:anim>
                                    <p:anim calcmode="lin" valueType="num">
                                      <p:cBhvr additive="repl">
                                        <p:cTn id="61" dur="500" fill="hold"/>
                                        <p:tgtEl>
                                          <p:spTgt spid="278">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62" dur="500" fill="hold"/>
                                        <p:tgtEl>
                                          <p:spTgt spid="278">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63" dur="500"/>
                                        <p:tgtEl>
                                          <p:spTgt spid="2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PlaceHolder 1"/>
          <p:cNvSpPr>
            <a:spLocks noGrp="1"/>
          </p:cNvSpPr>
          <p:nvPr>
            <p:ph/>
          </p:nvPr>
        </p:nvSpPr>
        <p:spPr>
          <a:xfrm>
            <a:off x="516240" y="1358280"/>
            <a:ext cx="9072360" cy="4134600"/>
          </a:xfrm>
          <a:prstGeom prst="rect">
            <a:avLst/>
          </a:prstGeom>
          <a:noFill/>
          <a:ln w="0">
            <a:noFill/>
          </a:ln>
        </p:spPr>
        <p:txBody>
          <a:bodyPr lIns="90000" tIns="45000" rIns="90000" bIns="45000" anchor="t">
            <a:noAutofit/>
          </a:bodyPr>
          <a:lstStyle/>
          <a:p>
            <a:pPr marL="990720" indent="-533520">
              <a:lnSpc>
                <a:spcPct val="90000"/>
              </a:lnSpc>
              <a:spcBef>
                <a:spcPts val="323"/>
              </a:spcBef>
              <a:buNone/>
              <a:tabLst>
                <a:tab pos="0" algn="l"/>
              </a:tabLst>
            </a:pPr>
            <a:r>
              <a:rPr lang="en-GB" sz="2300" b="0" strike="noStrike" spc="-1">
                <a:solidFill>
                  <a:srgbClr val="00B0F0"/>
                </a:solidFill>
                <a:latin typeface="Lucida Sans Unicode"/>
              </a:rPr>
              <a:t>Step 2: Convert rules into clausal forms</a:t>
            </a:r>
            <a:endParaRPr lang="en-US" sz="2300" b="0" strike="noStrike" spc="-1">
              <a:solidFill>
                <a:srgbClr val="000000"/>
              </a:solidFill>
              <a:latin typeface="Lucida Sans Unicode"/>
            </a:endParaRPr>
          </a:p>
          <a:p>
            <a:pPr marL="1371600" lvl="2" indent="-457200">
              <a:lnSpc>
                <a:spcPct val="90000"/>
              </a:lnSpc>
              <a:spcBef>
                <a:spcPts val="349"/>
              </a:spcBef>
              <a:spcAft>
                <a:spcPts val="601"/>
              </a:spcAft>
              <a:buClr>
                <a:srgbClr val="DA1F28"/>
              </a:buClr>
              <a:buFont typeface="Wingdings" charset="2"/>
              <a:buAutoNum type="arabicPeriod"/>
              <a:tabLst>
                <a:tab pos="0" algn="l"/>
              </a:tabLst>
            </a:pPr>
            <a:r>
              <a:rPr lang="en-GB" sz="2000" b="0" strike="noStrike" spc="-1">
                <a:solidFill>
                  <a:srgbClr val="FF0000"/>
                </a:solidFill>
                <a:latin typeface="Symbol"/>
              </a:rPr>
              <a:t></a:t>
            </a:r>
            <a:r>
              <a:rPr lang="en-GB" sz="2000" b="0" strike="noStrike" spc="-1">
                <a:solidFill>
                  <a:srgbClr val="FF0000"/>
                </a:solidFill>
                <a:latin typeface="Lucida Sans Unicode"/>
              </a:rPr>
              <a:t>A 	</a:t>
            </a:r>
            <a:r>
              <a:rPr lang="en-GB" sz="2000" b="0" strike="noStrike" spc="-1">
                <a:solidFill>
                  <a:srgbClr val="FF0000"/>
                </a:solidFill>
                <a:latin typeface="Symbol"/>
              </a:rPr>
              <a:t></a:t>
            </a:r>
            <a:r>
              <a:rPr lang="en-GB" sz="2000" b="0" strike="noStrike" spc="-1">
                <a:solidFill>
                  <a:srgbClr val="FF0000"/>
                </a:solidFill>
                <a:latin typeface="Lucida Sans Unicode"/>
              </a:rPr>
              <a:t>   B</a:t>
            </a:r>
            <a:endParaRPr lang="en-US" sz="2000" b="0" strike="noStrike" spc="-1">
              <a:solidFill>
                <a:srgbClr val="000000"/>
              </a:solidFill>
              <a:latin typeface="Lucida Sans Unicode"/>
            </a:endParaRPr>
          </a:p>
          <a:p>
            <a:pPr marL="1371600" lvl="2" indent="-457200">
              <a:lnSpc>
                <a:spcPct val="90000"/>
              </a:lnSpc>
              <a:spcBef>
                <a:spcPts val="349"/>
              </a:spcBef>
              <a:spcAft>
                <a:spcPts val="601"/>
              </a:spcAft>
              <a:buClr>
                <a:srgbClr val="DA1F28"/>
              </a:buClr>
              <a:buFont typeface="Wingdings" charset="2"/>
              <a:buAutoNum type="arabicPeriod"/>
              <a:tabLst>
                <a:tab pos="0" algn="l"/>
              </a:tabLst>
            </a:pPr>
            <a:r>
              <a:rPr lang="en-GB" sz="2000" b="0" strike="noStrike" spc="-1">
                <a:solidFill>
                  <a:srgbClr val="FF0000"/>
                </a:solidFill>
                <a:latin typeface="Symbol"/>
              </a:rPr>
              <a:t></a:t>
            </a:r>
            <a:r>
              <a:rPr lang="en-GB" sz="2000" b="0" strike="noStrike" spc="-1">
                <a:solidFill>
                  <a:srgbClr val="FF0000"/>
                </a:solidFill>
                <a:latin typeface="Lucida Sans Unicode"/>
              </a:rPr>
              <a:t>B	</a:t>
            </a:r>
            <a:r>
              <a:rPr lang="en-GB" sz="2000" b="0" strike="noStrike" spc="-1">
                <a:solidFill>
                  <a:srgbClr val="FF0000"/>
                </a:solidFill>
                <a:latin typeface="Symbol"/>
              </a:rPr>
              <a:t></a:t>
            </a:r>
            <a:r>
              <a:rPr lang="en-GB" sz="2000" b="0" strike="noStrike" spc="-1">
                <a:solidFill>
                  <a:srgbClr val="FF0000"/>
                </a:solidFill>
                <a:latin typeface="Lucida Sans Unicode"/>
              </a:rPr>
              <a:t>   C</a:t>
            </a:r>
            <a:endParaRPr lang="en-US" sz="2000" b="0" strike="noStrike" spc="-1">
              <a:solidFill>
                <a:srgbClr val="000000"/>
              </a:solidFill>
              <a:latin typeface="Lucida Sans Unicode"/>
            </a:endParaRPr>
          </a:p>
          <a:p>
            <a:pPr marL="1371600" lvl="2" indent="-457200">
              <a:lnSpc>
                <a:spcPct val="90000"/>
              </a:lnSpc>
              <a:spcBef>
                <a:spcPts val="349"/>
              </a:spcBef>
              <a:spcAft>
                <a:spcPts val="601"/>
              </a:spcAft>
              <a:buClr>
                <a:srgbClr val="DA1F28"/>
              </a:buClr>
              <a:buFont typeface="Wingdings" charset="2"/>
              <a:buAutoNum type="arabicPeriod"/>
              <a:tabLst>
                <a:tab pos="0" algn="l"/>
              </a:tabLst>
            </a:pPr>
            <a:r>
              <a:rPr lang="en-GB" sz="2000" b="0" strike="noStrike" spc="-1">
                <a:solidFill>
                  <a:srgbClr val="000000"/>
                </a:solidFill>
                <a:latin typeface="Lucida Sans Unicode"/>
              </a:rPr>
              <a:t>A  .......... </a:t>
            </a:r>
            <a:r>
              <a:rPr lang="en-GB" sz="1600" b="0" strike="noStrike" spc="-1">
                <a:solidFill>
                  <a:srgbClr val="000000"/>
                </a:solidFill>
                <a:latin typeface="Lucida Sans Unicode"/>
              </a:rPr>
              <a:t>The existing axiom</a:t>
            </a:r>
            <a:endParaRPr lang="en-US" sz="1600" b="0" strike="noStrike" spc="-1">
              <a:solidFill>
                <a:srgbClr val="000000"/>
              </a:solidFill>
              <a:latin typeface="Lucida Sans Unicode"/>
            </a:endParaRPr>
          </a:p>
          <a:p>
            <a:pPr marL="1371600" lvl="2" indent="-457200">
              <a:lnSpc>
                <a:spcPct val="90000"/>
              </a:lnSpc>
              <a:spcBef>
                <a:spcPts val="349"/>
              </a:spcBef>
              <a:spcAft>
                <a:spcPts val="601"/>
              </a:spcAft>
              <a:buClr>
                <a:srgbClr val="DA1F28"/>
              </a:buClr>
              <a:buFont typeface="Wingdings" charset="2"/>
              <a:buAutoNum type="arabicPeriod"/>
              <a:tabLst>
                <a:tab pos="0" algn="l"/>
              </a:tabLst>
            </a:pPr>
            <a:r>
              <a:rPr lang="en-GB" sz="2000" b="0" strike="noStrike" spc="-1">
                <a:solidFill>
                  <a:srgbClr val="000000"/>
                </a:solidFill>
                <a:latin typeface="Symbol"/>
              </a:rPr>
              <a:t></a:t>
            </a:r>
            <a:r>
              <a:rPr lang="en-GB" sz="2000" b="0" strike="noStrike" spc="-1">
                <a:solidFill>
                  <a:srgbClr val="000000"/>
                </a:solidFill>
                <a:latin typeface="Lucida Sans Unicode"/>
              </a:rPr>
              <a:t>C ......... </a:t>
            </a:r>
            <a:r>
              <a:rPr lang="en-GB" sz="1600" b="0" strike="noStrike" spc="-1">
                <a:solidFill>
                  <a:srgbClr val="000000"/>
                </a:solidFill>
                <a:latin typeface="Lucida Sans Unicode"/>
              </a:rPr>
              <a:t>The new insertion, contradict with the goal</a:t>
            </a:r>
            <a:r>
              <a:rPr lang="en-GB" sz="2000" b="0" strike="noStrike" spc="-1">
                <a:solidFill>
                  <a:srgbClr val="000000"/>
                </a:solidFill>
                <a:latin typeface="Lucida Sans Unicode"/>
              </a:rPr>
              <a:t> </a:t>
            </a:r>
            <a:endParaRPr lang="en-US" sz="2000" b="0" strike="noStrike" spc="-1">
              <a:solidFill>
                <a:srgbClr val="000000"/>
              </a:solidFill>
              <a:latin typeface="Lucida Sans Unicode"/>
            </a:endParaRPr>
          </a:p>
          <a:p>
            <a:pPr marL="1371600" indent="-457200">
              <a:lnSpc>
                <a:spcPct val="90000"/>
              </a:lnSpc>
              <a:spcBef>
                <a:spcPts val="349"/>
              </a:spcBef>
              <a:buNone/>
              <a:tabLst>
                <a:tab pos="0" algn="l"/>
              </a:tabLst>
            </a:pPr>
            <a:endParaRPr lang="en-US" sz="1800" b="0" strike="noStrike" spc="-1">
              <a:solidFill>
                <a:srgbClr val="000000"/>
              </a:solidFill>
              <a:latin typeface="Lucida Sans Unicode"/>
            </a:endParaRPr>
          </a:p>
          <a:p>
            <a:pPr marL="990720" indent="-533520">
              <a:lnSpc>
                <a:spcPct val="90000"/>
              </a:lnSpc>
              <a:spcBef>
                <a:spcPts val="323"/>
              </a:spcBef>
              <a:buNone/>
              <a:tabLst>
                <a:tab pos="0" algn="l"/>
              </a:tabLst>
            </a:pPr>
            <a:r>
              <a:rPr lang="en-GB" sz="2300" b="0" strike="noStrike" spc="-1">
                <a:solidFill>
                  <a:srgbClr val="00B0F0"/>
                </a:solidFill>
                <a:latin typeface="Lucida Sans Unicode"/>
              </a:rPr>
              <a:t>Step 3: Produce resolvents</a:t>
            </a:r>
            <a:endParaRPr lang="en-US" sz="2300" b="0" strike="noStrike" spc="-1">
              <a:solidFill>
                <a:srgbClr val="000000"/>
              </a:solidFill>
              <a:latin typeface="Lucida Sans Unicode"/>
            </a:endParaRPr>
          </a:p>
          <a:p>
            <a:pPr marL="990720" indent="-533520">
              <a:lnSpc>
                <a:spcPct val="90000"/>
              </a:lnSpc>
              <a:spcBef>
                <a:spcPts val="323"/>
              </a:spcBef>
              <a:buNone/>
              <a:tabLst>
                <a:tab pos="0" algn="l"/>
              </a:tabLst>
            </a:pPr>
            <a:r>
              <a:rPr lang="en-GB" sz="2000" b="0" strike="noStrike" spc="-1">
                <a:solidFill>
                  <a:srgbClr val="000000"/>
                </a:solidFill>
                <a:latin typeface="Lucida Sans Unicode"/>
              </a:rPr>
              <a:t>	 </a:t>
            </a: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B</a:t>
            </a:r>
            <a:endParaRPr lang="en-US" sz="2000" b="0" strike="noStrike" spc="-1">
              <a:solidFill>
                <a:srgbClr val="000000"/>
              </a:solidFill>
              <a:latin typeface="Lucida Sans Unicode"/>
            </a:endParaRPr>
          </a:p>
          <a:p>
            <a:pPr marL="990720" indent="-533520">
              <a:lnSpc>
                <a:spcPct val="90000"/>
              </a:lnSpc>
              <a:spcBef>
                <a:spcPts val="323"/>
              </a:spcBef>
              <a:buNone/>
              <a:tabLst>
                <a:tab pos="0" algn="l"/>
              </a:tabLst>
            </a:pPr>
            <a:r>
              <a:rPr lang="en-GB" sz="2000" b="0" strike="noStrike" spc="-1">
                <a:solidFill>
                  <a:srgbClr val="000000"/>
                </a:solidFill>
                <a:latin typeface="Lucida Sans Unicode"/>
              </a:rPr>
              <a:t>	</a:t>
            </a:r>
            <a:r>
              <a:rPr lang="en-GB" sz="2000" b="0" u="sng" strike="noStrike" spc="-1">
                <a:solidFill>
                  <a:srgbClr val="000000"/>
                </a:solidFill>
                <a:uFillTx/>
                <a:latin typeface="Symbol"/>
              </a:rPr>
              <a:t></a:t>
            </a:r>
            <a:r>
              <a:rPr lang="en-GB" sz="2000" b="0" u="sng" strike="noStrike" spc="-1">
                <a:solidFill>
                  <a:srgbClr val="000000"/>
                </a:solidFill>
                <a:uFillTx/>
                <a:latin typeface="Lucida Sans Unicode"/>
              </a:rPr>
              <a:t>B  </a:t>
            </a:r>
            <a:r>
              <a:rPr lang="en-GB" sz="2000" b="0" u="sng" strike="noStrike" spc="-1">
                <a:solidFill>
                  <a:srgbClr val="000000"/>
                </a:solidFill>
                <a:uFillTx/>
                <a:latin typeface="Symbol"/>
              </a:rPr>
              <a:t></a:t>
            </a:r>
            <a:r>
              <a:rPr lang="en-GB" sz="2000" b="0" u="sng" strike="noStrike" spc="-1">
                <a:solidFill>
                  <a:srgbClr val="000000"/>
                </a:solidFill>
                <a:uFillTx/>
                <a:latin typeface="Lucida Sans Unicode"/>
              </a:rPr>
              <a:t>   C   </a:t>
            </a:r>
            <a:endParaRPr lang="en-US" sz="2000" b="0" strike="noStrike" spc="-1">
              <a:solidFill>
                <a:srgbClr val="000000"/>
              </a:solidFill>
              <a:latin typeface="Lucida Sans Unicode"/>
            </a:endParaRPr>
          </a:p>
          <a:p>
            <a:pPr marL="990720" indent="-533520">
              <a:lnSpc>
                <a:spcPct val="90000"/>
              </a:lnSpc>
              <a:spcBef>
                <a:spcPts val="323"/>
              </a:spcBef>
              <a:buNone/>
              <a:tabLst>
                <a:tab pos="0" algn="l"/>
              </a:tabLst>
            </a:pPr>
            <a:r>
              <a:rPr lang="en-GB" sz="2000" b="0" strike="noStrike" spc="-1">
                <a:solidFill>
                  <a:srgbClr val="000000"/>
                </a:solidFill>
                <a:latin typeface="Lucida Sans Unicode"/>
              </a:rPr>
              <a:t>	</a:t>
            </a: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C</a:t>
            </a:r>
            <a:endParaRPr lang="en-US" sz="2000" b="0" strike="noStrike" spc="-1">
              <a:solidFill>
                <a:srgbClr val="000000"/>
              </a:solidFill>
              <a:latin typeface="Lucida Sans Unicode"/>
            </a:endParaRPr>
          </a:p>
          <a:p>
            <a:pPr marL="990720" indent="-533520">
              <a:lnSpc>
                <a:spcPct val="90000"/>
              </a:lnSpc>
              <a:spcBef>
                <a:spcPts val="323"/>
              </a:spcBef>
              <a:buNone/>
              <a:tabLst>
                <a:tab pos="0" algn="l"/>
              </a:tabLst>
            </a:pPr>
            <a:endParaRPr lang="en-US" sz="2000" b="0" strike="noStrike" spc="-1">
              <a:solidFill>
                <a:srgbClr val="000000"/>
              </a:solidFill>
              <a:latin typeface="Lucida Sans Unicode"/>
            </a:endParaRPr>
          </a:p>
        </p:txBody>
      </p:sp>
      <p:sp>
        <p:nvSpPr>
          <p:cNvPr id="280"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Process </a:t>
            </a:r>
            <a:endParaRPr lang="en-US" sz="4100" b="0" strike="noStrike" spc="-1">
              <a:solidFill>
                <a:srgbClr val="000000"/>
              </a:solidFill>
              <a:latin typeface="Franklin Gothic Medium"/>
            </a:endParaRPr>
          </a:p>
        </p:txBody>
      </p:sp>
      <p:sp>
        <p:nvSpPr>
          <p:cNvPr id="281" name="Right Brace 1"/>
          <p:cNvSpPr/>
          <p:nvPr/>
        </p:nvSpPr>
        <p:spPr>
          <a:xfrm>
            <a:off x="3307320" y="1771920"/>
            <a:ext cx="315000" cy="531360"/>
          </a:xfrm>
          <a:prstGeom prst="rightBrace">
            <a:avLst>
              <a:gd name="adj1" fmla="val 8333"/>
              <a:gd name="adj2" fmla="val 50000"/>
            </a:avLst>
          </a:prstGeom>
          <a:noFill/>
          <a:ln>
            <a:solidFill>
              <a:srgbClr val="2DA2BF"/>
            </a:solidFill>
            <a:round/>
          </a:ln>
        </p:spPr>
        <p:style>
          <a:lnRef idx="1">
            <a:schemeClr val="accent1"/>
          </a:lnRef>
          <a:fillRef idx="0">
            <a:schemeClr val="accent1"/>
          </a:fillRef>
          <a:effectRef idx="0">
            <a:schemeClr val="accent1"/>
          </a:effectRef>
          <a:fontRef idx="minor"/>
        </p:style>
      </p:sp>
      <p:sp>
        <p:nvSpPr>
          <p:cNvPr id="282" name="TextBox 13"/>
          <p:cNvSpPr/>
          <p:nvPr/>
        </p:nvSpPr>
        <p:spPr>
          <a:xfrm>
            <a:off x="3622680" y="1712880"/>
            <a:ext cx="4410000" cy="576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600" b="0" strike="noStrike" spc="-1">
                <a:solidFill>
                  <a:srgbClr val="92D050"/>
                </a:solidFill>
                <a:latin typeface="Franklin Gothic Medium"/>
              </a:rPr>
              <a:t>Rules 1 and 2 are converted using equivalence rules P </a:t>
            </a:r>
            <a:r>
              <a:rPr lang="en-US" sz="1600" b="0" strike="noStrike" spc="-1">
                <a:solidFill>
                  <a:srgbClr val="92D050"/>
                </a:solidFill>
                <a:latin typeface="Symbol"/>
              </a:rPr>
              <a:t></a:t>
            </a:r>
            <a:r>
              <a:rPr lang="en-US" sz="1600" b="0" strike="noStrike" spc="-1">
                <a:solidFill>
                  <a:srgbClr val="92D050"/>
                </a:solidFill>
                <a:latin typeface="Franklin Gothic Medium"/>
              </a:rPr>
              <a:t> Q </a:t>
            </a:r>
            <a:r>
              <a:rPr lang="en-US" sz="1600" b="0" strike="noStrike" spc="-1">
                <a:solidFill>
                  <a:srgbClr val="92D050"/>
                </a:solidFill>
                <a:latin typeface="Symbol"/>
              </a:rPr>
              <a:t></a:t>
            </a:r>
            <a:r>
              <a:rPr lang="en-US" sz="1600" b="0" strike="noStrike" spc="-1">
                <a:solidFill>
                  <a:srgbClr val="92D050"/>
                </a:solidFill>
                <a:latin typeface="Franklin Gothic Medium"/>
              </a:rPr>
              <a:t> </a:t>
            </a:r>
            <a:r>
              <a:rPr lang="en-US" sz="1600" b="0" strike="noStrike" spc="-1">
                <a:solidFill>
                  <a:srgbClr val="92D050"/>
                </a:solidFill>
                <a:latin typeface="Symbol"/>
              </a:rPr>
              <a:t></a:t>
            </a:r>
            <a:r>
              <a:rPr lang="en-US" sz="1600" b="0" strike="noStrike" spc="-1">
                <a:solidFill>
                  <a:srgbClr val="92D050"/>
                </a:solidFill>
                <a:latin typeface="Franklin Gothic Medium"/>
              </a:rPr>
              <a:t>P </a:t>
            </a:r>
            <a:r>
              <a:rPr lang="en-US" sz="1600" b="0" strike="noStrike" spc="-1">
                <a:solidFill>
                  <a:srgbClr val="92D050"/>
                </a:solidFill>
                <a:latin typeface="Symbol"/>
              </a:rPr>
              <a:t></a:t>
            </a:r>
            <a:r>
              <a:rPr lang="en-US" sz="1600" b="0" strike="noStrike" spc="-1">
                <a:solidFill>
                  <a:srgbClr val="92D050"/>
                </a:solidFill>
                <a:latin typeface="Franklin Gothic Medium"/>
              </a:rPr>
              <a:t> Q</a:t>
            </a:r>
            <a:endParaRPr lang="en-GB" sz="1600" b="0" strike="noStrike" spc="-1">
              <a:latin typeface="Arial"/>
            </a:endParaRPr>
          </a:p>
        </p:txBody>
      </p:sp>
      <p:sp>
        <p:nvSpPr>
          <p:cNvPr id="283" name="Straight Connector 9"/>
          <p:cNvSpPr/>
          <p:nvPr/>
        </p:nvSpPr>
        <p:spPr>
          <a:xfrm flipV="1">
            <a:off x="2598480" y="3602880"/>
            <a:ext cx="315000" cy="118080"/>
          </a:xfrm>
          <a:prstGeom prst="line">
            <a:avLst/>
          </a:prstGeom>
          <a:ln w="28575">
            <a:solidFill>
              <a:srgbClr val="FF0000"/>
            </a:solidFill>
            <a:round/>
          </a:ln>
        </p:spPr>
        <p:style>
          <a:lnRef idx="1">
            <a:schemeClr val="dk1"/>
          </a:lnRef>
          <a:fillRef idx="0">
            <a:schemeClr val="dk1"/>
          </a:fillRef>
          <a:effectRef idx="0">
            <a:schemeClr val="dk1"/>
          </a:effectRef>
          <a:fontRef idx="minor"/>
        </p:style>
      </p:sp>
      <p:sp>
        <p:nvSpPr>
          <p:cNvPr id="284" name="Straight Connector 10"/>
          <p:cNvSpPr/>
          <p:nvPr/>
        </p:nvSpPr>
        <p:spPr>
          <a:xfrm flipV="1">
            <a:off x="1811160" y="3839040"/>
            <a:ext cx="314640" cy="118080"/>
          </a:xfrm>
          <a:prstGeom prst="line">
            <a:avLst/>
          </a:prstGeom>
          <a:ln w="28575">
            <a:solidFill>
              <a:srgbClr val="FF0000"/>
            </a:solidFill>
            <a:round/>
          </a:ln>
        </p:spPr>
        <p:style>
          <a:lnRef idx="1">
            <a:schemeClr val="dk1"/>
          </a:lnRef>
          <a:fillRef idx="0">
            <a:schemeClr val="dk1"/>
          </a:fillRef>
          <a:effectRef idx="0">
            <a:schemeClr val="dk1"/>
          </a:effectRef>
          <a:fontRef idx="minor"/>
        </p:style>
      </p:sp>
      <p:sp>
        <p:nvSpPr>
          <p:cNvPr id="285" name="Curved Connector 2"/>
          <p:cNvSpPr/>
          <p:nvPr/>
        </p:nvSpPr>
        <p:spPr>
          <a:xfrm>
            <a:off x="2992680" y="4134960"/>
            <a:ext cx="866160" cy="531360"/>
          </a:xfrm>
          <a:prstGeom prst="curvedConnector3">
            <a:avLst>
              <a:gd name="adj1" fmla="val 50000"/>
            </a:avLst>
          </a:prstGeom>
          <a:noFill/>
          <a:ln w="28575">
            <a:solidFill>
              <a:srgbClr val="00B050"/>
            </a:solidFill>
            <a:round/>
            <a:tailEnd type="arrow" w="med" len="med"/>
          </a:ln>
          <a:effectLst>
            <a:glow rad="101520">
              <a:srgbClr val="00BDEC">
                <a:alpha val="40000"/>
              </a:srgbClr>
            </a:glow>
          </a:effectLst>
        </p:spPr>
        <p:style>
          <a:lnRef idx="1">
            <a:schemeClr val="accent1"/>
          </a:lnRef>
          <a:fillRef idx="0">
            <a:schemeClr val="accent1"/>
          </a:fillRef>
          <a:effectRef idx="0">
            <a:schemeClr val="accent1"/>
          </a:effectRef>
          <a:fontRef idx="minor"/>
        </p:style>
      </p:sp>
      <p:sp>
        <p:nvSpPr>
          <p:cNvPr id="286" name="Oval 1"/>
          <p:cNvSpPr/>
          <p:nvPr/>
        </p:nvSpPr>
        <p:spPr>
          <a:xfrm rot="8455800">
            <a:off x="1553040" y="1371240"/>
            <a:ext cx="1996200" cy="1689120"/>
          </a:xfrm>
          <a:prstGeom prst="ellipse">
            <a:avLst/>
          </a:prstGeom>
          <a:noFill/>
          <a:ln>
            <a:solidFill>
              <a:srgbClr val="92D050"/>
            </a:solidFill>
            <a:round/>
          </a:ln>
        </p:spPr>
        <p:style>
          <a:lnRef idx="2">
            <a:schemeClr val="accent1">
              <a:shade val="50000"/>
            </a:schemeClr>
          </a:lnRef>
          <a:fillRef idx="1">
            <a:schemeClr val="accent1"/>
          </a:fillRef>
          <a:effectRef idx="0">
            <a:schemeClr val="accent1"/>
          </a:effectRef>
          <a:fontRef idx="minor"/>
        </p:style>
      </p:sp>
      <p:sp>
        <p:nvSpPr>
          <p:cNvPr id="287" name="TextBox 14"/>
          <p:cNvSpPr/>
          <p:nvPr/>
        </p:nvSpPr>
        <p:spPr>
          <a:xfrm>
            <a:off x="3858480" y="3485160"/>
            <a:ext cx="5433840" cy="1857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B		</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B  </a:t>
            </a:r>
            <a:r>
              <a:rPr lang="en-GB" sz="2000" b="0" strike="noStrike" spc="-1">
                <a:solidFill>
                  <a:srgbClr val="000000"/>
                </a:solidFill>
                <a:latin typeface="Symbol"/>
              </a:rPr>
              <a:t></a:t>
            </a:r>
            <a:r>
              <a:rPr lang="en-GB" sz="2000" b="0" strike="noStrike" spc="-1">
                <a:solidFill>
                  <a:srgbClr val="000000"/>
                </a:solidFill>
                <a:latin typeface="Lucida Sans Unicode"/>
              </a:rPr>
              <a:t>   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Lucida Sans Unicode"/>
              </a:rPr>
              <a:t>A</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C ..... </a:t>
            </a:r>
            <a:r>
              <a:rPr lang="en-GB" sz="1600" b="0" strike="noStrike" spc="-1">
                <a:solidFill>
                  <a:srgbClr val="000000"/>
                </a:solidFill>
                <a:latin typeface="Lucida Sans Unicode"/>
              </a:rPr>
              <a:t>new resolvent produced after the cancellation of B and </a:t>
            </a:r>
            <a:r>
              <a:rPr lang="en-GB" sz="1600" b="0" strike="noStrike" spc="-1">
                <a:solidFill>
                  <a:srgbClr val="000000"/>
                </a:solidFill>
                <a:latin typeface="Symbol"/>
              </a:rPr>
              <a:t></a:t>
            </a:r>
            <a:r>
              <a:rPr lang="en-GB" sz="1600" b="0" strike="noStrike" spc="-1">
                <a:solidFill>
                  <a:srgbClr val="000000"/>
                </a:solidFill>
                <a:latin typeface="Lucida Sans Unicode"/>
              </a:rPr>
              <a:t>B</a:t>
            </a:r>
            <a:endParaRPr lang="en-GB" sz="1600" b="0" strike="noStrike" spc="-1">
              <a:latin typeface="Arial"/>
            </a:endParaRPr>
          </a:p>
        </p:txBody>
      </p:sp>
      <p:sp>
        <p:nvSpPr>
          <p:cNvPr id="288" name="Straight Arrow Connector 3"/>
          <p:cNvSpPr/>
          <p:nvPr/>
        </p:nvSpPr>
        <p:spPr>
          <a:xfrm rot="10800000">
            <a:off x="2993040" y="3662640"/>
            <a:ext cx="786960" cy="720"/>
          </a:xfrm>
          <a:custGeom>
            <a:avLst/>
            <a:gdLst/>
            <a:ahLst/>
            <a:cxnLst/>
            <a:rect l="l" t="t" r="r" b="b"/>
            <a:pathLst>
              <a:path w="21600" h="21600">
                <a:moveTo>
                  <a:pt x="0" y="0"/>
                </a:moveTo>
                <a:lnTo>
                  <a:pt x="21600" y="21600"/>
                </a:lnTo>
              </a:path>
            </a:pathLst>
          </a:custGeom>
          <a:noFill/>
          <a:ln w="28575">
            <a:solidFill>
              <a:srgbClr val="2DA2BF"/>
            </a:solidFill>
            <a:round/>
            <a:tailEnd type="arrow" w="med" len="med"/>
          </a:ln>
        </p:spPr>
        <p:style>
          <a:lnRef idx="1">
            <a:schemeClr val="accent1"/>
          </a:lnRef>
          <a:fillRef idx="0">
            <a:schemeClr val="accent1"/>
          </a:fillRef>
          <a:effectRef idx="0">
            <a:schemeClr val="accent1"/>
          </a:effectRef>
          <a:fontRef idx="minor"/>
        </p:style>
      </p:sp>
      <p:sp>
        <p:nvSpPr>
          <p:cNvPr id="289" name="Straight Arrow Connector 4"/>
          <p:cNvSpPr/>
          <p:nvPr/>
        </p:nvSpPr>
        <p:spPr>
          <a:xfrm rot="10800000">
            <a:off x="2993040" y="3898800"/>
            <a:ext cx="786960" cy="720"/>
          </a:xfrm>
          <a:custGeom>
            <a:avLst/>
            <a:gdLst/>
            <a:ahLst/>
            <a:cxnLst/>
            <a:rect l="l" t="t" r="r" b="b"/>
            <a:pathLst>
              <a:path w="21600" h="21600">
                <a:moveTo>
                  <a:pt x="0" y="0"/>
                </a:moveTo>
                <a:lnTo>
                  <a:pt x="21600" y="21600"/>
                </a:lnTo>
              </a:path>
            </a:pathLst>
          </a:custGeom>
          <a:noFill/>
          <a:ln w="28575">
            <a:solidFill>
              <a:srgbClr val="FF0000"/>
            </a:solidFill>
            <a:round/>
            <a:tailEnd type="arrow" w="med" len="med"/>
          </a:ln>
        </p:spPr>
        <p:style>
          <a:lnRef idx="1">
            <a:schemeClr val="accent1"/>
          </a:lnRef>
          <a:fillRef idx="0">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1" presetClass="entr" fill="hold" nodeType="clickEffect">
                                  <p:stCondLst>
                                    <p:cond delay="0"/>
                                  </p:stCondLst>
                                  <p:iterate type="lt">
                                    <p:tmAbs val="100"/>
                                  </p:iterate>
                                  <p:childTnLst>
                                    <p:set>
                                      <p:cBhvr>
                                        <p:cTn id="6" dur="1" fill="hold">
                                          <p:stCondLst>
                                            <p:cond delay="0"/>
                                          </p:stCondLst>
                                        </p:cTn>
                                        <p:tgtEl>
                                          <p:spTgt spid="279">
                                            <p:txEl>
                                              <p:pRg st="0" end="0"/>
                                            </p:txEl>
                                          </p:spTgt>
                                        </p:tgtEl>
                                        <p:attrNameLst>
                                          <p:attrName>style.visibility</p:attrName>
                                        </p:attrNameLst>
                                      </p:cBhvr>
                                      <p:to>
                                        <p:strVal val="visible"/>
                                      </p:to>
                                    </p:set>
                                    <p:anim calcmode="lin" valueType="num">
                                      <p:cBhvr additive="repl">
                                        <p:cTn id="7" dur="500" fill="hold"/>
                                        <p:tgtEl>
                                          <p:spTgt spid="279">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8" dur="500" fill="hold"/>
                                        <p:tgtEl>
                                          <p:spTgt spid="279">
                                            <p:txEl>
                                              <p:pRg st="0" end="0"/>
                                            </p:txEl>
                                          </p:spTgt>
                                        </p:tgtEl>
                                        <p:attrNameLst>
                                          <p:attrName>ppt_y</p:attrName>
                                        </p:attrNameLst>
                                      </p:cBhvr>
                                      <p:tavLst>
                                        <p:tav tm="0">
                                          <p:val>
                                            <p:strVal val="#ppt_y"/>
                                          </p:val>
                                        </p:tav>
                                        <p:tav tm="100000">
                                          <p:val>
                                            <p:strVal val="#ppt_y"/>
                                          </p:val>
                                        </p:tav>
                                      </p:tavLst>
                                    </p:anim>
                                    <p:anim calcmode="lin" valueType="num">
                                      <p:cBhvr additive="repl">
                                        <p:cTn id="9" dur="500" fill="hold"/>
                                        <p:tgtEl>
                                          <p:spTgt spid="279">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10" dur="500" fill="hold"/>
                                        <p:tgtEl>
                                          <p:spTgt spid="279">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11" dur="500"/>
                                        <p:tgtEl>
                                          <p:spTgt spid="27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fill="hold" nodeType="clickEffect">
                                  <p:stCondLst>
                                    <p:cond delay="0"/>
                                  </p:stCondLst>
                                  <p:childTnLst>
                                    <p:set>
                                      <p:cBhvr>
                                        <p:cTn id="15" dur="1" fill="hold">
                                          <p:stCondLst>
                                            <p:cond delay="0"/>
                                          </p:stCondLst>
                                        </p:cTn>
                                        <p:tgtEl>
                                          <p:spTgt spid="279">
                                            <p:txEl>
                                              <p:pRg st="1" end="1"/>
                                            </p:txEl>
                                          </p:spTgt>
                                        </p:tgtEl>
                                        <p:attrNameLst>
                                          <p:attrName>style.visibility</p:attrName>
                                        </p:attrNameLst>
                                      </p:cBhvr>
                                      <p:to>
                                        <p:strVal val="visible"/>
                                      </p:to>
                                    </p:set>
                                    <p:animEffect transition="in" filter="fade">
                                      <p:cBhvr additive="repl">
                                        <p:cTn id="16" dur="1000"/>
                                        <p:tgtEl>
                                          <p:spTgt spid="279">
                                            <p:txEl>
                                              <p:pRg st="1" end="1"/>
                                            </p:txEl>
                                          </p:spTgt>
                                        </p:tgtEl>
                                      </p:cBhvr>
                                    </p:animEffect>
                                  </p:childTnLst>
                                </p:cTn>
                              </p:par>
                              <p:par>
                                <p:cTn id="17" presetID="10" presetClass="entr" fill="hold" nodeType="withEffect">
                                  <p:stCondLst>
                                    <p:cond delay="0"/>
                                  </p:stCondLst>
                                  <p:childTnLst>
                                    <p:set>
                                      <p:cBhvr>
                                        <p:cTn id="18" dur="1" fill="hold">
                                          <p:stCondLst>
                                            <p:cond delay="0"/>
                                          </p:stCondLst>
                                        </p:cTn>
                                        <p:tgtEl>
                                          <p:spTgt spid="279">
                                            <p:txEl>
                                              <p:pRg st="2" end="2"/>
                                            </p:txEl>
                                          </p:spTgt>
                                        </p:tgtEl>
                                        <p:attrNameLst>
                                          <p:attrName>style.visibility</p:attrName>
                                        </p:attrNameLst>
                                      </p:cBhvr>
                                      <p:to>
                                        <p:strVal val="visible"/>
                                      </p:to>
                                    </p:set>
                                    <p:animEffect transition="in" filter="fade">
                                      <p:cBhvr additive="repl">
                                        <p:cTn id="19" dur="1000"/>
                                        <p:tgtEl>
                                          <p:spTgt spid="279">
                                            <p:txEl>
                                              <p:pRg st="2" end="2"/>
                                            </p:txEl>
                                          </p:spTgt>
                                        </p:tgtEl>
                                      </p:cBhvr>
                                    </p:animEffect>
                                  </p:childTnLst>
                                </p:cTn>
                              </p:par>
                            </p:childTnLst>
                          </p:cTn>
                        </p:par>
                        <p:par>
                          <p:cTn id="20" fill="hold">
                            <p:stCondLst>
                              <p:cond delay="1000"/>
                            </p:stCondLst>
                            <p:childTnLst>
                              <p:par>
                                <p:cTn id="21" presetID="10" presetClass="entr" fill="hold" nodeType="afterEffect">
                                  <p:stCondLst>
                                    <p:cond delay="0"/>
                                  </p:stCondLst>
                                  <p:childTnLst>
                                    <p:set>
                                      <p:cBhvr>
                                        <p:cTn id="22" dur="1" fill="hold">
                                          <p:stCondLst>
                                            <p:cond delay="0"/>
                                          </p:stCondLst>
                                        </p:cTn>
                                        <p:tgtEl>
                                          <p:spTgt spid="281"/>
                                        </p:tgtEl>
                                        <p:attrNameLst>
                                          <p:attrName>style.visibility</p:attrName>
                                        </p:attrNameLst>
                                      </p:cBhvr>
                                      <p:to>
                                        <p:strVal val="visible"/>
                                      </p:to>
                                    </p:set>
                                    <p:animEffect transition="in" filter="fade">
                                      <p:cBhvr additive="repl">
                                        <p:cTn id="23" dur="1000"/>
                                        <p:tgtEl>
                                          <p:spTgt spid="281"/>
                                        </p:tgtEl>
                                      </p:cBhvr>
                                    </p:animEffect>
                                  </p:childTnLst>
                                </p:cTn>
                              </p:par>
                            </p:childTnLst>
                          </p:cTn>
                        </p:par>
                        <p:par>
                          <p:cTn id="24" fill="hold">
                            <p:stCondLst>
                              <p:cond delay="2000"/>
                            </p:stCondLst>
                            <p:childTnLst>
                              <p:par>
                                <p:cTn id="25" presetID="10" presetClass="entr" fill="hold" nodeType="afterEffect">
                                  <p:stCondLst>
                                    <p:cond delay="0"/>
                                  </p:stCondLst>
                                  <p:childTnLst>
                                    <p:set>
                                      <p:cBhvr>
                                        <p:cTn id="26" dur="1" fill="hold">
                                          <p:stCondLst>
                                            <p:cond delay="0"/>
                                          </p:stCondLst>
                                        </p:cTn>
                                        <p:tgtEl>
                                          <p:spTgt spid="282"/>
                                        </p:tgtEl>
                                        <p:attrNameLst>
                                          <p:attrName>style.visibility</p:attrName>
                                        </p:attrNameLst>
                                      </p:cBhvr>
                                      <p:to>
                                        <p:strVal val="visible"/>
                                      </p:to>
                                    </p:set>
                                    <p:animEffect transition="in" filter="fade">
                                      <p:cBhvr additive="repl">
                                        <p:cTn id="27" dur="1000"/>
                                        <p:tgtEl>
                                          <p:spTgt spid="28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fill="hold" nodeType="clickEffect">
                                  <p:stCondLst>
                                    <p:cond delay="0"/>
                                  </p:stCondLst>
                                  <p:childTnLst>
                                    <p:set>
                                      <p:cBhvr>
                                        <p:cTn id="31" dur="1" fill="hold">
                                          <p:stCondLst>
                                            <p:cond delay="0"/>
                                          </p:stCondLst>
                                        </p:cTn>
                                        <p:tgtEl>
                                          <p:spTgt spid="279">
                                            <p:txEl>
                                              <p:pRg st="3" end="3"/>
                                            </p:txEl>
                                          </p:spTgt>
                                        </p:tgtEl>
                                        <p:attrNameLst>
                                          <p:attrName>style.visibility</p:attrName>
                                        </p:attrNameLst>
                                      </p:cBhvr>
                                      <p:to>
                                        <p:strVal val="visible"/>
                                      </p:to>
                                    </p:set>
                                    <p:animEffect transition="in" filter="fade">
                                      <p:cBhvr additive="repl">
                                        <p:cTn id="32" dur="1000"/>
                                        <p:tgtEl>
                                          <p:spTgt spid="279">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fill="hold" nodeType="clickEffect">
                                  <p:stCondLst>
                                    <p:cond delay="0"/>
                                  </p:stCondLst>
                                  <p:childTnLst>
                                    <p:set>
                                      <p:cBhvr>
                                        <p:cTn id="36" dur="1" fill="hold">
                                          <p:stCondLst>
                                            <p:cond delay="0"/>
                                          </p:stCondLst>
                                        </p:cTn>
                                        <p:tgtEl>
                                          <p:spTgt spid="279">
                                            <p:txEl>
                                              <p:pRg st="4" end="4"/>
                                            </p:txEl>
                                          </p:spTgt>
                                        </p:tgtEl>
                                        <p:attrNameLst>
                                          <p:attrName>style.visibility</p:attrName>
                                        </p:attrNameLst>
                                      </p:cBhvr>
                                      <p:to>
                                        <p:strVal val="visible"/>
                                      </p:to>
                                    </p:set>
                                    <p:animEffect transition="in" filter="fade">
                                      <p:cBhvr additive="repl">
                                        <p:cTn id="37" dur="1000"/>
                                        <p:tgtEl>
                                          <p:spTgt spid="279">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1" presetClass="entr" fill="hold" nodeType="clickEffect">
                                  <p:stCondLst>
                                    <p:cond delay="0"/>
                                  </p:stCondLst>
                                  <p:iterate type="lt">
                                    <p:tmAbs val="100"/>
                                  </p:iterate>
                                  <p:childTnLst>
                                    <p:set>
                                      <p:cBhvr>
                                        <p:cTn id="41" dur="1" fill="hold">
                                          <p:stCondLst>
                                            <p:cond delay="0"/>
                                          </p:stCondLst>
                                        </p:cTn>
                                        <p:tgtEl>
                                          <p:spTgt spid="279">
                                            <p:txEl>
                                              <p:pRg st="6" end="6"/>
                                            </p:txEl>
                                          </p:spTgt>
                                        </p:tgtEl>
                                        <p:attrNameLst>
                                          <p:attrName>style.visibility</p:attrName>
                                        </p:attrNameLst>
                                      </p:cBhvr>
                                      <p:to>
                                        <p:strVal val="visible"/>
                                      </p:to>
                                    </p:set>
                                    <p:anim calcmode="lin" valueType="num">
                                      <p:cBhvr additive="repl">
                                        <p:cTn id="42" dur="500" fill="hold"/>
                                        <p:tgtEl>
                                          <p:spTgt spid="279">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43" dur="500" fill="hold"/>
                                        <p:tgtEl>
                                          <p:spTgt spid="279">
                                            <p:txEl>
                                              <p:pRg st="6" end="6"/>
                                            </p:txEl>
                                          </p:spTgt>
                                        </p:tgtEl>
                                        <p:attrNameLst>
                                          <p:attrName>ppt_y</p:attrName>
                                        </p:attrNameLst>
                                      </p:cBhvr>
                                      <p:tavLst>
                                        <p:tav tm="0">
                                          <p:val>
                                            <p:strVal val="#ppt_y"/>
                                          </p:val>
                                        </p:tav>
                                        <p:tav tm="100000">
                                          <p:val>
                                            <p:strVal val="#ppt_y"/>
                                          </p:val>
                                        </p:tav>
                                      </p:tavLst>
                                    </p:anim>
                                    <p:anim calcmode="lin" valueType="num">
                                      <p:cBhvr additive="repl">
                                        <p:cTn id="44" dur="500" fill="hold"/>
                                        <p:tgtEl>
                                          <p:spTgt spid="279">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45" dur="500" fill="hold"/>
                                        <p:tgtEl>
                                          <p:spTgt spid="279">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46" dur="500"/>
                                        <p:tgtEl>
                                          <p:spTgt spid="279">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86"/>
                                        </p:tgtEl>
                                        <p:attrNameLst>
                                          <p:attrName>style.visibility</p:attrName>
                                        </p:attrNameLst>
                                      </p:cBhvr>
                                      <p:to>
                                        <p:strVal val="visible"/>
                                      </p:to>
                                    </p:set>
                                    <p:animEffect transition="in" filter="blinds(horizontal)">
                                      <p:cBhvr additive="repl">
                                        <p:cTn id="51" dur="1000"/>
                                        <p:tgtEl>
                                          <p:spTgt spid="286"/>
                                        </p:tgtEl>
                                      </p:cBhvr>
                                    </p:animEffect>
                                  </p:childTnLst>
                                </p:cTn>
                              </p:par>
                            </p:childTnLst>
                          </p:cTn>
                        </p:par>
                      </p:childTnLst>
                    </p:cTn>
                  </p:par>
                  <p:par>
                    <p:cTn id="52" fill="hold">
                      <p:stCondLst>
                        <p:cond delay="indefinite"/>
                      </p:stCondLst>
                      <p:childTnLst>
                        <p:par>
                          <p:cTn id="53" fill="hold">
                            <p:stCondLst>
                              <p:cond delay="0"/>
                            </p:stCondLst>
                            <p:childTnLst>
                              <p:par>
                                <p:cTn id="54" presetID="49" presetClass="path" fill="hold" nodeType="clickEffect">
                                  <p:stCondLst>
                                    <p:cond delay="0"/>
                                  </p:stCondLst>
                                  <p:childTnLst>
                                    <p:animMotion origin="layout" path="M -1.66667E-006 -1.32948E-006 L 0.18108 0.28324 E">
                                      <p:cBhvr>
                                        <p:cTn id="55" dur="1000" fill="hold"/>
                                        <p:tgtEl>
                                          <p:spTgt spid="286"/>
                                        </p:tgtEl>
                                        <p:attrNameLst>
                                          <p:attrName>ppt_x</p:attrName>
                                          <p:attrName>ppt_y</p:attrName>
                                        </p:attrNameLst>
                                      </p:cBhvr>
                                    </p:animMotion>
                                    <p:set>
                                      <p:cBhvr>
                                        <p:cTn id="56" dur="1" fill="hold"/>
                                        <p:tgtEl>
                                          <p:spTgt spid="286"/>
                                        </p:tgtEl>
                                        <p:attrNameLst>
                                          <p:attrName>style.visibility</p:attrName>
                                        </p:attrNameLst>
                                      </p:cBhvr>
                                      <p:to>
                                        <p:strVal val="hidden"/>
                                      </p:to>
                                    </p:set>
                                  </p:childTnLst>
                                </p:cTn>
                              </p:par>
                              <p:par>
                                <p:cTn id="57" presetID="10" presetClass="entr" fill="hold" nodeType="withEffect">
                                  <p:stCondLst>
                                    <p:cond delay="0"/>
                                  </p:stCondLst>
                                  <p:childTnLst>
                                    <p:set>
                                      <p:cBhvr>
                                        <p:cTn id="58" dur="1" fill="hold">
                                          <p:stCondLst>
                                            <p:cond delay="0"/>
                                          </p:stCondLst>
                                        </p:cTn>
                                        <p:tgtEl>
                                          <p:spTgt spid="287">
                                            <p:txEl>
                                              <p:pRg st="0" end="0"/>
                                            </p:txEl>
                                          </p:spTgt>
                                        </p:tgtEl>
                                        <p:attrNameLst>
                                          <p:attrName>style.visibility</p:attrName>
                                        </p:attrNameLst>
                                      </p:cBhvr>
                                      <p:to>
                                        <p:strVal val="visible"/>
                                      </p:to>
                                    </p:set>
                                    <p:animEffect transition="in" filter="fade">
                                      <p:cBhvr additive="repl">
                                        <p:cTn id="59" dur="2000"/>
                                        <p:tgtEl>
                                          <p:spTgt spid="287">
                                            <p:txEl>
                                              <p:pRg st="0" end="0"/>
                                            </p:txEl>
                                          </p:spTgt>
                                        </p:tgtEl>
                                      </p:cBhvr>
                                    </p:animEffect>
                                  </p:childTnLst>
                                </p:cTn>
                              </p:par>
                              <p:par>
                                <p:cTn id="60" presetID="10" presetClass="entr" fill="hold" nodeType="withEffect">
                                  <p:stCondLst>
                                    <p:cond delay="0"/>
                                  </p:stCondLst>
                                  <p:childTnLst>
                                    <p:set>
                                      <p:cBhvr>
                                        <p:cTn id="61" dur="1" fill="hold">
                                          <p:stCondLst>
                                            <p:cond delay="0"/>
                                          </p:stCondLst>
                                        </p:cTn>
                                        <p:tgtEl>
                                          <p:spTgt spid="287">
                                            <p:txEl>
                                              <p:pRg st="1" end="1"/>
                                            </p:txEl>
                                          </p:spTgt>
                                        </p:tgtEl>
                                        <p:attrNameLst>
                                          <p:attrName>style.visibility</p:attrName>
                                        </p:attrNameLst>
                                      </p:cBhvr>
                                      <p:to>
                                        <p:strVal val="visible"/>
                                      </p:to>
                                    </p:set>
                                    <p:animEffect transition="in" filter="fade">
                                      <p:cBhvr additive="repl">
                                        <p:cTn id="62" dur="2000"/>
                                        <p:tgtEl>
                                          <p:spTgt spid="287">
                                            <p:txEl>
                                              <p:pRg st="1" end="1"/>
                                            </p:txEl>
                                          </p:spTgt>
                                        </p:tgtEl>
                                      </p:cBhvr>
                                    </p:animEffect>
                                  </p:childTnLst>
                                </p:cTn>
                              </p:par>
                              <p:par>
                                <p:cTn id="63" presetID="10" presetClass="entr" fill="hold" nodeType="withEffect">
                                  <p:stCondLst>
                                    <p:cond delay="0"/>
                                  </p:stCondLst>
                                  <p:childTnLst>
                                    <p:set>
                                      <p:cBhvr>
                                        <p:cTn id="64" dur="1" fill="hold">
                                          <p:stCondLst>
                                            <p:cond delay="0"/>
                                          </p:stCondLst>
                                        </p:cTn>
                                        <p:tgtEl>
                                          <p:spTgt spid="287">
                                            <p:txEl>
                                              <p:pRg st="2" end="2"/>
                                            </p:txEl>
                                          </p:spTgt>
                                        </p:tgtEl>
                                        <p:attrNameLst>
                                          <p:attrName>style.visibility</p:attrName>
                                        </p:attrNameLst>
                                      </p:cBhvr>
                                      <p:to>
                                        <p:strVal val="visible"/>
                                      </p:to>
                                    </p:set>
                                    <p:animEffect transition="in" filter="fade">
                                      <p:cBhvr additive="repl">
                                        <p:cTn id="65" dur="2000"/>
                                        <p:tgtEl>
                                          <p:spTgt spid="287">
                                            <p:txEl>
                                              <p:pRg st="2" end="2"/>
                                            </p:txEl>
                                          </p:spTgt>
                                        </p:tgtEl>
                                      </p:cBhvr>
                                    </p:animEffect>
                                  </p:childTnLst>
                                </p:cTn>
                              </p:par>
                              <p:par>
                                <p:cTn id="66" presetID="10" presetClass="entr" fill="hold" nodeType="withEffect">
                                  <p:stCondLst>
                                    <p:cond delay="0"/>
                                  </p:stCondLst>
                                  <p:childTnLst>
                                    <p:set>
                                      <p:cBhvr>
                                        <p:cTn id="67" dur="1" fill="hold">
                                          <p:stCondLst>
                                            <p:cond delay="0"/>
                                          </p:stCondLst>
                                        </p:cTn>
                                        <p:tgtEl>
                                          <p:spTgt spid="287">
                                            <p:txEl>
                                              <p:pRg st="3" end="3"/>
                                            </p:txEl>
                                          </p:spTgt>
                                        </p:tgtEl>
                                        <p:attrNameLst>
                                          <p:attrName>style.visibility</p:attrName>
                                        </p:attrNameLst>
                                      </p:cBhvr>
                                      <p:to>
                                        <p:strVal val="visible"/>
                                      </p:to>
                                    </p:set>
                                    <p:animEffect transition="in" filter="fade">
                                      <p:cBhvr additive="repl">
                                        <p:cTn id="68" dur="2000"/>
                                        <p:tgtEl>
                                          <p:spTgt spid="287">
                                            <p:txEl>
                                              <p:pRg st="3" end="3"/>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fill="hold" nodeType="clickEffect">
                                  <p:stCondLst>
                                    <p:cond delay="0"/>
                                  </p:stCondLst>
                                  <p:childTnLst>
                                    <p:set>
                                      <p:cBhvr>
                                        <p:cTn id="72" dur="1" fill="hold">
                                          <p:stCondLst>
                                            <p:cond delay="0"/>
                                          </p:stCondLst>
                                        </p:cTn>
                                        <p:tgtEl>
                                          <p:spTgt spid="288"/>
                                        </p:tgtEl>
                                        <p:attrNameLst>
                                          <p:attrName>style.visibility</p:attrName>
                                        </p:attrNameLst>
                                      </p:cBhvr>
                                      <p:to>
                                        <p:strVal val="visible"/>
                                      </p:to>
                                    </p:set>
                                    <p:animEffect transition="in" filter="fade">
                                      <p:cBhvr additive="repl">
                                        <p:cTn id="73" dur="2000"/>
                                        <p:tgtEl>
                                          <p:spTgt spid="288"/>
                                        </p:tgtEl>
                                      </p:cBhvr>
                                    </p:animEffect>
                                  </p:childTnLst>
                                </p:cTn>
                              </p:par>
                              <p:par>
                                <p:cTn id="74" presetID="10" presetClass="entr" fill="hold" nodeType="withEffect">
                                  <p:stCondLst>
                                    <p:cond delay="0"/>
                                  </p:stCondLst>
                                  <p:childTnLst>
                                    <p:set>
                                      <p:cBhvr>
                                        <p:cTn id="75" dur="1" fill="hold">
                                          <p:stCondLst>
                                            <p:cond delay="0"/>
                                          </p:stCondLst>
                                        </p:cTn>
                                        <p:tgtEl>
                                          <p:spTgt spid="279">
                                            <p:txEl>
                                              <p:pRg st="7" end="7"/>
                                            </p:txEl>
                                          </p:spTgt>
                                        </p:tgtEl>
                                        <p:attrNameLst>
                                          <p:attrName>style.visibility</p:attrName>
                                        </p:attrNameLst>
                                      </p:cBhvr>
                                      <p:to>
                                        <p:strVal val="visible"/>
                                      </p:to>
                                    </p:set>
                                    <p:animEffect transition="in" filter="fade">
                                      <p:cBhvr additive="repl">
                                        <p:cTn id="76" dur="2000"/>
                                        <p:tgtEl>
                                          <p:spTgt spid="279">
                                            <p:txEl>
                                              <p:pRg st="7" end="7"/>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fill="hold" nodeType="clickEffect">
                                  <p:stCondLst>
                                    <p:cond delay="0"/>
                                  </p:stCondLst>
                                  <p:childTnLst>
                                    <p:set>
                                      <p:cBhvr>
                                        <p:cTn id="80" dur="1" fill="hold">
                                          <p:stCondLst>
                                            <p:cond delay="0"/>
                                          </p:stCondLst>
                                        </p:cTn>
                                        <p:tgtEl>
                                          <p:spTgt spid="289"/>
                                        </p:tgtEl>
                                        <p:attrNameLst>
                                          <p:attrName>style.visibility</p:attrName>
                                        </p:attrNameLst>
                                      </p:cBhvr>
                                      <p:to>
                                        <p:strVal val="visible"/>
                                      </p:to>
                                    </p:set>
                                    <p:animEffect transition="in" filter="fade">
                                      <p:cBhvr additive="repl">
                                        <p:cTn id="81" dur="2000"/>
                                        <p:tgtEl>
                                          <p:spTgt spid="289"/>
                                        </p:tgtEl>
                                      </p:cBhvr>
                                    </p:animEffect>
                                  </p:childTnLst>
                                </p:cTn>
                              </p:par>
                              <p:par>
                                <p:cTn id="82" presetID="10" presetClass="entr" fill="hold" nodeType="withEffect">
                                  <p:stCondLst>
                                    <p:cond delay="0"/>
                                  </p:stCondLst>
                                  <p:childTnLst>
                                    <p:set>
                                      <p:cBhvr>
                                        <p:cTn id="83" dur="1" fill="hold">
                                          <p:stCondLst>
                                            <p:cond delay="0"/>
                                          </p:stCondLst>
                                        </p:cTn>
                                        <p:tgtEl>
                                          <p:spTgt spid="279">
                                            <p:txEl>
                                              <p:pRg st="8" end="8"/>
                                            </p:txEl>
                                          </p:spTgt>
                                        </p:tgtEl>
                                        <p:attrNameLst>
                                          <p:attrName>style.visibility</p:attrName>
                                        </p:attrNameLst>
                                      </p:cBhvr>
                                      <p:to>
                                        <p:strVal val="visible"/>
                                      </p:to>
                                    </p:set>
                                    <p:animEffect transition="in" filter="fade">
                                      <p:cBhvr additive="repl">
                                        <p:cTn id="84" dur="2000"/>
                                        <p:tgtEl>
                                          <p:spTgt spid="279">
                                            <p:txEl>
                                              <p:pRg st="8" end="8"/>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5" presetClass="entr" presetSubtype="10" fill="hold" nodeType="clickEffect">
                                  <p:stCondLst>
                                    <p:cond delay="0"/>
                                  </p:stCondLst>
                                  <p:childTnLst>
                                    <p:set>
                                      <p:cBhvr>
                                        <p:cTn id="88" dur="1" fill="hold">
                                          <p:stCondLst>
                                            <p:cond delay="0"/>
                                          </p:stCondLst>
                                        </p:cTn>
                                        <p:tgtEl>
                                          <p:spTgt spid="283"/>
                                        </p:tgtEl>
                                        <p:attrNameLst>
                                          <p:attrName>style.visibility</p:attrName>
                                        </p:attrNameLst>
                                      </p:cBhvr>
                                      <p:to>
                                        <p:strVal val="visible"/>
                                      </p:to>
                                    </p:set>
                                    <p:animEffect transition="in" filter="checkerboard(across)">
                                      <p:cBhvr additive="repl">
                                        <p:cTn id="89" dur="500"/>
                                        <p:tgtEl>
                                          <p:spTgt spid="283"/>
                                        </p:tgtEl>
                                      </p:cBhvr>
                                    </p:animEffect>
                                  </p:childTnLst>
                                </p:cTn>
                              </p:par>
                              <p:par>
                                <p:cTn id="90" presetID="5" presetClass="entr" presetSubtype="10" fill="hold" nodeType="withEffect">
                                  <p:stCondLst>
                                    <p:cond delay="0"/>
                                  </p:stCondLst>
                                  <p:childTnLst>
                                    <p:set>
                                      <p:cBhvr>
                                        <p:cTn id="91" dur="1" fill="hold">
                                          <p:stCondLst>
                                            <p:cond delay="0"/>
                                          </p:stCondLst>
                                        </p:cTn>
                                        <p:tgtEl>
                                          <p:spTgt spid="284"/>
                                        </p:tgtEl>
                                        <p:attrNameLst>
                                          <p:attrName>style.visibility</p:attrName>
                                        </p:attrNameLst>
                                      </p:cBhvr>
                                      <p:to>
                                        <p:strVal val="visible"/>
                                      </p:to>
                                    </p:set>
                                    <p:animEffect transition="in" filter="checkerboard(across)">
                                      <p:cBhvr additive="repl">
                                        <p:cTn id="92" dur="500"/>
                                        <p:tgtEl>
                                          <p:spTgt spid="284"/>
                                        </p:tgtEl>
                                      </p:cBhvr>
                                    </p:animEffect>
                                  </p:childTnLst>
                                </p:cTn>
                              </p:par>
                            </p:childTnLst>
                          </p:cTn>
                        </p:par>
                        <p:par>
                          <p:cTn id="93" fill="hold">
                            <p:stCondLst>
                              <p:cond delay="500"/>
                            </p:stCondLst>
                            <p:childTnLst>
                              <p:par>
                                <p:cTn id="94" presetID="10" presetClass="entr" fill="hold" nodeType="afterEffect">
                                  <p:stCondLst>
                                    <p:cond delay="0"/>
                                  </p:stCondLst>
                                  <p:childTnLst>
                                    <p:set>
                                      <p:cBhvr>
                                        <p:cTn id="95" dur="1" fill="hold">
                                          <p:stCondLst>
                                            <p:cond delay="0"/>
                                          </p:stCondLst>
                                        </p:cTn>
                                        <p:tgtEl>
                                          <p:spTgt spid="279">
                                            <p:txEl>
                                              <p:pRg st="9" end="9"/>
                                            </p:txEl>
                                          </p:spTgt>
                                        </p:tgtEl>
                                        <p:attrNameLst>
                                          <p:attrName>style.visibility</p:attrName>
                                        </p:attrNameLst>
                                      </p:cBhvr>
                                      <p:to>
                                        <p:strVal val="visible"/>
                                      </p:to>
                                    </p:set>
                                    <p:animEffect transition="in" filter="fade">
                                      <p:cBhvr additive="repl">
                                        <p:cTn id="96" dur="2000"/>
                                        <p:tgtEl>
                                          <p:spTgt spid="279">
                                            <p:txEl>
                                              <p:pRg st="9" end="9"/>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1" presetClass="entr" presetSubtype="4" fill="hold" nodeType="clickEffect">
                                  <p:stCondLst>
                                    <p:cond delay="0"/>
                                  </p:stCondLst>
                                  <p:childTnLst>
                                    <p:set>
                                      <p:cBhvr>
                                        <p:cTn id="100" dur="1" fill="hold">
                                          <p:stCondLst>
                                            <p:cond delay="0"/>
                                          </p:stCondLst>
                                        </p:cTn>
                                        <p:tgtEl>
                                          <p:spTgt spid="285"/>
                                        </p:tgtEl>
                                        <p:attrNameLst>
                                          <p:attrName>style.visibility</p:attrName>
                                        </p:attrNameLst>
                                      </p:cBhvr>
                                      <p:to>
                                        <p:strVal val="visible"/>
                                      </p:to>
                                    </p:set>
                                    <p:animEffect transition="in" filter="wheel(4)">
                                      <p:cBhvr additive="repl">
                                        <p:cTn id="101" dur="1000"/>
                                        <p:tgtEl>
                                          <p:spTgt spid="285"/>
                                        </p:tgtEl>
                                      </p:cBhvr>
                                    </p:animEffect>
                                  </p:childTnLst>
                                </p:cTn>
                              </p:par>
                              <p:par>
                                <p:cTn id="102" presetID="10" presetClass="entr" fill="hold" nodeType="withEffect">
                                  <p:stCondLst>
                                    <p:cond delay="0"/>
                                  </p:stCondLst>
                                  <p:childTnLst>
                                    <p:set>
                                      <p:cBhvr>
                                        <p:cTn id="103" dur="1" fill="hold">
                                          <p:stCondLst>
                                            <p:cond delay="0"/>
                                          </p:stCondLst>
                                        </p:cTn>
                                        <p:tgtEl>
                                          <p:spTgt spid="287">
                                            <p:txEl>
                                              <p:pRg st="4" end="4"/>
                                            </p:txEl>
                                          </p:spTgt>
                                        </p:tgtEl>
                                        <p:attrNameLst>
                                          <p:attrName>style.visibility</p:attrName>
                                        </p:attrNameLst>
                                      </p:cBhvr>
                                      <p:to>
                                        <p:strVal val="visible"/>
                                      </p:to>
                                    </p:set>
                                    <p:animEffect transition="in" filter="fade">
                                      <p:cBhvr additive="repl">
                                        <p:cTn id="104" dur="2000"/>
                                        <p:tgtEl>
                                          <p:spTgt spid="2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PlaceHolder 1"/>
          <p:cNvSpPr>
            <a:spLocks noGrp="1"/>
          </p:cNvSpPr>
          <p:nvPr>
            <p:ph/>
          </p:nvPr>
        </p:nvSpPr>
        <p:spPr>
          <a:xfrm>
            <a:off x="516240" y="1334880"/>
            <a:ext cx="9072360" cy="4039920"/>
          </a:xfrm>
          <a:prstGeom prst="rect">
            <a:avLst/>
          </a:prstGeom>
          <a:noFill/>
          <a:ln w="0">
            <a:noFill/>
          </a:ln>
        </p:spPr>
        <p:txBody>
          <a:bodyPr lIns="90000" tIns="45000" rIns="90000" bIns="45000" anchor="t">
            <a:noAutofit/>
          </a:bodyPr>
          <a:lstStyle/>
          <a:p>
            <a:pPr marL="990720" indent="-874800">
              <a:lnSpc>
                <a:spcPct val="100000"/>
              </a:lnSpc>
              <a:spcBef>
                <a:spcPts val="323"/>
              </a:spcBef>
              <a:buNone/>
              <a:tabLst>
                <a:tab pos="0" algn="l"/>
              </a:tabLst>
            </a:pPr>
            <a:r>
              <a:rPr lang="en-GB" sz="2300" b="0" strike="noStrike" spc="-1">
                <a:solidFill>
                  <a:srgbClr val="00B0F0"/>
                </a:solidFill>
                <a:latin typeface="Lucida Sans Unicode"/>
              </a:rPr>
              <a:t>Step 4: Repeat Step 3 to produce another resolvents</a:t>
            </a:r>
            <a:endParaRPr lang="en-US" sz="2300" b="0" strike="noStrike" spc="-1">
              <a:solidFill>
                <a:srgbClr val="000000"/>
              </a:solidFill>
              <a:latin typeface="Lucida Sans Unicode"/>
            </a:endParaRPr>
          </a:p>
          <a:p>
            <a:pPr marL="1371600" indent="-457200">
              <a:lnSpc>
                <a:spcPct val="100000"/>
              </a:lnSpc>
              <a:spcBef>
                <a:spcPts val="349"/>
              </a:spcBef>
              <a:buNone/>
              <a:tabLst>
                <a:tab pos="0" algn="l"/>
              </a:tabLst>
            </a:pPr>
            <a:endParaRPr lang="en-US" sz="2000" b="0" strike="noStrike" spc="-1">
              <a:solidFill>
                <a:srgbClr val="000000"/>
              </a:solidFill>
              <a:latin typeface="Lucida Sans Unicode"/>
            </a:endParaRPr>
          </a:p>
          <a:p>
            <a:pPr marL="1371600" indent="-457200">
              <a:lnSpc>
                <a:spcPct val="100000"/>
              </a:lnSpc>
              <a:spcBef>
                <a:spcPts val="349"/>
              </a:spcBef>
              <a:buNone/>
              <a:tabLst>
                <a:tab pos="0" algn="l"/>
              </a:tabLst>
            </a:pPr>
            <a:r>
              <a:rPr lang="en-GB" sz="2000" b="0" strike="noStrike" spc="-1">
                <a:solidFill>
                  <a:srgbClr val="FF0000"/>
                </a:solidFill>
                <a:latin typeface="Lucida Sans Unicode"/>
              </a:rPr>
              <a:t>A</a:t>
            </a:r>
            <a:r>
              <a:rPr lang="en-GB" sz="2000" b="0" strike="noStrike" spc="-1">
                <a:solidFill>
                  <a:srgbClr val="000000"/>
                </a:solidFill>
                <a:latin typeface="Lucida Sans Unicode"/>
              </a:rPr>
              <a:t>				</a:t>
            </a:r>
            <a:endParaRPr lang="en-US" sz="2000" b="0" strike="noStrike" spc="-1">
              <a:solidFill>
                <a:srgbClr val="000000"/>
              </a:solidFill>
              <a:latin typeface="Lucida Sans Unicode"/>
            </a:endParaRPr>
          </a:p>
          <a:p>
            <a:pPr marL="1371600" indent="-457200">
              <a:lnSpc>
                <a:spcPct val="100000"/>
              </a:lnSpc>
              <a:spcBef>
                <a:spcPts val="349"/>
              </a:spcBef>
              <a:buNone/>
              <a:tabLst>
                <a:tab pos="0" algn="l"/>
              </a:tabLst>
            </a:pPr>
            <a:r>
              <a:rPr lang="en-GB" sz="2000" b="0" u="sng" strike="noStrike" spc="-1">
                <a:solidFill>
                  <a:srgbClr val="FF0000"/>
                </a:solidFill>
                <a:uFillTx/>
                <a:latin typeface="Symbol"/>
              </a:rPr>
              <a:t></a:t>
            </a:r>
            <a:r>
              <a:rPr lang="en-GB" sz="2000" b="0" u="sng" strike="noStrike" spc="-1">
                <a:solidFill>
                  <a:srgbClr val="FF0000"/>
                </a:solidFill>
                <a:uFillTx/>
                <a:latin typeface="Lucida Sans Unicode"/>
              </a:rPr>
              <a:t>A</a:t>
            </a:r>
            <a:r>
              <a:rPr lang="en-GB" sz="2000" b="0" u="sng" strike="noStrike" spc="-1">
                <a:solidFill>
                  <a:srgbClr val="000000"/>
                </a:solidFill>
                <a:uFillTx/>
                <a:latin typeface="Lucida Sans Unicode"/>
              </a:rPr>
              <a:t>	</a:t>
            </a:r>
            <a:r>
              <a:rPr lang="en-GB" sz="2000" b="0" u="sng" strike="noStrike" spc="-1">
                <a:solidFill>
                  <a:srgbClr val="000000"/>
                </a:solidFill>
                <a:uFillTx/>
                <a:latin typeface="Symbol"/>
              </a:rPr>
              <a:t></a:t>
            </a:r>
            <a:r>
              <a:rPr lang="en-GB" sz="2000" b="0" u="sng" strike="noStrike" spc="-1">
                <a:solidFill>
                  <a:srgbClr val="000000"/>
                </a:solidFill>
                <a:uFillTx/>
                <a:latin typeface="Lucida Sans Unicode"/>
              </a:rPr>
              <a:t>   C</a:t>
            </a:r>
            <a:r>
              <a:rPr lang="en-GB" sz="2000" b="0" strike="noStrike" spc="-1">
                <a:solidFill>
                  <a:srgbClr val="000000"/>
                </a:solidFill>
                <a:latin typeface="Lucida Sans Unicode"/>
              </a:rPr>
              <a:t>			</a:t>
            </a:r>
            <a:endParaRPr lang="en-US" sz="2000" b="0" strike="noStrike" spc="-1">
              <a:solidFill>
                <a:srgbClr val="000000"/>
              </a:solidFill>
              <a:latin typeface="Lucida Sans Unicode"/>
            </a:endParaRPr>
          </a:p>
          <a:p>
            <a:pPr marL="1371600" indent="-457200">
              <a:lnSpc>
                <a:spcPct val="100000"/>
              </a:lnSpc>
              <a:spcBef>
                <a:spcPts val="349"/>
              </a:spcBef>
              <a:buNone/>
              <a:tabLst>
                <a:tab pos="0" algn="l"/>
              </a:tabLst>
            </a:pPr>
            <a:r>
              <a:rPr lang="en-GB" sz="2000" b="0" strike="noStrike" spc="-1">
                <a:solidFill>
                  <a:srgbClr val="000000"/>
                </a:solidFill>
                <a:latin typeface="Lucida Sans Unicode"/>
              </a:rPr>
              <a:t>C				</a:t>
            </a:r>
            <a:endParaRPr lang="en-US" sz="2000" b="0" strike="noStrike" spc="-1">
              <a:solidFill>
                <a:srgbClr val="000000"/>
              </a:solidFill>
              <a:latin typeface="Lucida Sans Unicode"/>
            </a:endParaRPr>
          </a:p>
          <a:p>
            <a:pPr marL="812880" indent="-696960">
              <a:lnSpc>
                <a:spcPct val="100000"/>
              </a:lnSpc>
              <a:spcBef>
                <a:spcPts val="400"/>
              </a:spcBef>
              <a:buNone/>
              <a:tabLst>
                <a:tab pos="0" algn="l"/>
              </a:tabLst>
            </a:pPr>
            <a:endParaRPr lang="en-US" sz="2800" b="0" strike="noStrike" spc="-1">
              <a:solidFill>
                <a:srgbClr val="000000"/>
              </a:solidFill>
              <a:latin typeface="Lucida Sans Unicode"/>
            </a:endParaRPr>
          </a:p>
          <a:p>
            <a:pPr marL="812880" indent="-696960">
              <a:lnSpc>
                <a:spcPct val="100000"/>
              </a:lnSpc>
              <a:spcBef>
                <a:spcPts val="400"/>
              </a:spcBef>
              <a:buNone/>
              <a:tabLst>
                <a:tab pos="0" algn="l"/>
              </a:tabLst>
            </a:pPr>
            <a:endParaRPr lang="en-US" sz="2800" b="0" strike="noStrike" spc="-1">
              <a:solidFill>
                <a:srgbClr val="000000"/>
              </a:solidFill>
              <a:latin typeface="Lucida Sans Unicode"/>
            </a:endParaRPr>
          </a:p>
          <a:p>
            <a:pPr marL="812880" indent="-696960">
              <a:lnSpc>
                <a:spcPct val="100000"/>
              </a:lnSpc>
              <a:spcBef>
                <a:spcPts val="400"/>
              </a:spcBef>
              <a:buNone/>
              <a:tabLst>
                <a:tab pos="0" algn="l"/>
              </a:tabLst>
            </a:pPr>
            <a:endParaRPr lang="en-US" sz="2800" b="0" strike="noStrike" spc="-1">
              <a:solidFill>
                <a:srgbClr val="000000"/>
              </a:solidFill>
              <a:latin typeface="Lucida Sans Unicode"/>
            </a:endParaRPr>
          </a:p>
          <a:p>
            <a:pPr marL="812880" indent="-696960">
              <a:lnSpc>
                <a:spcPct val="100000"/>
              </a:lnSpc>
              <a:spcBef>
                <a:spcPts val="400"/>
              </a:spcBef>
              <a:buNone/>
              <a:tabLst>
                <a:tab pos="0" algn="l"/>
              </a:tabLst>
            </a:pPr>
            <a:r>
              <a:rPr lang="en-GB" sz="2800" b="0" strike="noStrike" spc="-1">
                <a:solidFill>
                  <a:srgbClr val="000000"/>
                </a:solidFill>
                <a:latin typeface="Lucida Sans Unicode"/>
              </a:rPr>
              <a:t>	C is obtained.</a:t>
            </a:r>
            <a:endParaRPr lang="en-US" sz="2800" b="0" strike="noStrike" spc="-1">
              <a:solidFill>
                <a:srgbClr val="000000"/>
              </a:solidFill>
              <a:latin typeface="Lucida Sans Unicode"/>
            </a:endParaRPr>
          </a:p>
          <a:p>
            <a:pPr marL="990720" indent="-533520">
              <a:lnSpc>
                <a:spcPct val="100000"/>
              </a:lnSpc>
              <a:spcBef>
                <a:spcPts val="323"/>
              </a:spcBef>
              <a:buNone/>
              <a:tabLst>
                <a:tab pos="0" algn="l"/>
              </a:tabLst>
            </a:pPr>
            <a:endParaRPr lang="en-US" sz="2400" b="0" strike="noStrike" spc="-1">
              <a:solidFill>
                <a:srgbClr val="000000"/>
              </a:solidFill>
              <a:latin typeface="Lucida Sans Unicode"/>
            </a:endParaRPr>
          </a:p>
        </p:txBody>
      </p:sp>
      <p:sp>
        <p:nvSpPr>
          <p:cNvPr id="291"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Process</a:t>
            </a:r>
            <a:endParaRPr lang="en-US" sz="4100" b="0" strike="noStrike" spc="-1">
              <a:solidFill>
                <a:srgbClr val="000000"/>
              </a:solidFill>
              <a:latin typeface="Franklin Gothic Medium"/>
            </a:endParaRPr>
          </a:p>
        </p:txBody>
      </p:sp>
      <p:sp>
        <p:nvSpPr>
          <p:cNvPr id="292" name="Straight Connector 11"/>
          <p:cNvSpPr/>
          <p:nvPr/>
        </p:nvSpPr>
        <p:spPr>
          <a:xfrm flipV="1">
            <a:off x="1574640" y="2067120"/>
            <a:ext cx="315000" cy="118080"/>
          </a:xfrm>
          <a:prstGeom prst="line">
            <a:avLst/>
          </a:prstGeom>
          <a:ln w="28575">
            <a:solidFill>
              <a:srgbClr val="000000"/>
            </a:solidFill>
            <a:round/>
          </a:ln>
        </p:spPr>
        <p:style>
          <a:lnRef idx="1">
            <a:schemeClr val="dk1"/>
          </a:lnRef>
          <a:fillRef idx="0">
            <a:schemeClr val="dk1"/>
          </a:fillRef>
          <a:effectRef idx="0">
            <a:schemeClr val="dk1"/>
          </a:effectRef>
          <a:fontRef idx="minor"/>
        </p:style>
      </p:sp>
      <p:sp>
        <p:nvSpPr>
          <p:cNvPr id="293" name="Straight Connector 12"/>
          <p:cNvSpPr/>
          <p:nvPr/>
        </p:nvSpPr>
        <p:spPr>
          <a:xfrm flipV="1">
            <a:off x="1732320" y="2362320"/>
            <a:ext cx="315000" cy="118080"/>
          </a:xfrm>
          <a:prstGeom prst="line">
            <a:avLst/>
          </a:prstGeom>
          <a:ln w="28575">
            <a:solidFill>
              <a:srgbClr val="000000"/>
            </a:solidFill>
            <a:round/>
          </a:ln>
        </p:spPr>
        <p:style>
          <a:lnRef idx="1">
            <a:schemeClr val="dk1"/>
          </a:lnRef>
          <a:fillRef idx="0">
            <a:schemeClr val="dk1"/>
          </a:fillRef>
          <a:effectRef idx="0">
            <a:schemeClr val="dk1"/>
          </a:effectRef>
          <a:fontRef idx="minor"/>
        </p:style>
      </p:sp>
      <p:sp>
        <p:nvSpPr>
          <p:cNvPr id="294" name="Elbow Connector 3"/>
          <p:cNvSpPr/>
          <p:nvPr/>
        </p:nvSpPr>
        <p:spPr>
          <a:xfrm rot="10800000">
            <a:off x="1969200" y="2126880"/>
            <a:ext cx="2520000" cy="649440"/>
          </a:xfrm>
          <a:prstGeom prst="bentConnector3">
            <a:avLst>
              <a:gd name="adj1" fmla="val 50000"/>
            </a:avLst>
          </a:prstGeom>
          <a:noFill/>
          <a:ln w="28575">
            <a:solidFill>
              <a:srgbClr val="2DA2BF"/>
            </a:solidFill>
            <a:round/>
            <a:tailEnd type="arrow" w="med" len="med"/>
          </a:ln>
        </p:spPr>
        <p:style>
          <a:lnRef idx="1">
            <a:schemeClr val="accent1"/>
          </a:lnRef>
          <a:fillRef idx="0">
            <a:schemeClr val="accent1"/>
          </a:fillRef>
          <a:effectRef idx="0">
            <a:schemeClr val="accent1"/>
          </a:effectRef>
          <a:fontRef idx="minor"/>
        </p:style>
      </p:sp>
      <p:sp>
        <p:nvSpPr>
          <p:cNvPr id="295" name="Elbow Connector 4"/>
          <p:cNvSpPr/>
          <p:nvPr/>
        </p:nvSpPr>
        <p:spPr>
          <a:xfrm rot="10800000">
            <a:off x="2756520" y="2422080"/>
            <a:ext cx="1890000" cy="885960"/>
          </a:xfrm>
          <a:prstGeom prst="bentConnector3">
            <a:avLst>
              <a:gd name="adj1" fmla="val 50000"/>
            </a:avLst>
          </a:prstGeom>
          <a:noFill/>
          <a:ln w="28575">
            <a:solidFill>
              <a:srgbClr val="39639D"/>
            </a:solidFill>
            <a:round/>
            <a:tailEnd type="arrow" w="med" len="med"/>
          </a:ln>
        </p:spPr>
        <p:style>
          <a:lnRef idx="1">
            <a:schemeClr val="accent4"/>
          </a:lnRef>
          <a:fillRef idx="0">
            <a:schemeClr val="accent4"/>
          </a:fillRef>
          <a:effectRef idx="0">
            <a:schemeClr val="accent4"/>
          </a:effectRef>
          <a:fontRef idx="minor"/>
        </p:style>
      </p:sp>
      <p:sp>
        <p:nvSpPr>
          <p:cNvPr id="296" name="Curved Connector 1"/>
          <p:cNvSpPr/>
          <p:nvPr/>
        </p:nvSpPr>
        <p:spPr>
          <a:xfrm>
            <a:off x="1890000" y="2716920"/>
            <a:ext cx="2598120" cy="767880"/>
          </a:xfrm>
          <a:prstGeom prst="curvedConnector3">
            <a:avLst>
              <a:gd name="adj1" fmla="val 50000"/>
            </a:avLst>
          </a:prstGeom>
          <a:noFill/>
          <a:ln w="28575">
            <a:solidFill>
              <a:srgbClr val="FF0000"/>
            </a:solidFill>
            <a:round/>
            <a:tailEnd type="arrow" w="med" len="med"/>
          </a:ln>
          <a:effectLst>
            <a:outerShdw blurRad="50760" dist="38160" algn="l" rotWithShape="0">
              <a:srgbClr val="000000">
                <a:alpha val="40000"/>
              </a:srgbClr>
            </a:outerShdw>
          </a:effectLst>
        </p:spPr>
        <p:style>
          <a:lnRef idx="1">
            <a:schemeClr val="accent1"/>
          </a:lnRef>
          <a:fillRef idx="0">
            <a:schemeClr val="accent1"/>
          </a:fillRef>
          <a:effectRef idx="0">
            <a:schemeClr val="accent1"/>
          </a:effectRef>
          <a:fontRef idx="minor"/>
        </p:style>
      </p:sp>
      <p:sp>
        <p:nvSpPr>
          <p:cNvPr id="297" name="TextBox 15"/>
          <p:cNvSpPr/>
          <p:nvPr/>
        </p:nvSpPr>
        <p:spPr>
          <a:xfrm>
            <a:off x="4646520" y="2117880"/>
            <a:ext cx="4252680" cy="191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B		</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B  </a:t>
            </a:r>
            <a:r>
              <a:rPr lang="en-GB" sz="2000" b="0" strike="noStrike" spc="-1">
                <a:solidFill>
                  <a:srgbClr val="000000"/>
                </a:solidFill>
                <a:latin typeface="Symbol"/>
              </a:rPr>
              <a:t></a:t>
            </a:r>
            <a:r>
              <a:rPr lang="en-GB" sz="2000" b="0" strike="noStrike" spc="-1">
                <a:solidFill>
                  <a:srgbClr val="000000"/>
                </a:solidFill>
                <a:latin typeface="Lucida Sans Unicode"/>
              </a:rPr>
              <a:t>   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Lucida Sans Unicode"/>
              </a:rPr>
              <a:t>A</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C</a:t>
            </a:r>
            <a:endParaRPr lang="en-GB" sz="2000" b="0" strike="noStrike" spc="-1">
              <a:latin typeface="Arial"/>
            </a:endParaRPr>
          </a:p>
          <a:p>
            <a:pPr lvl="2" indent="-457200">
              <a:lnSpc>
                <a:spcPct val="100000"/>
              </a:lnSpc>
              <a:buClr>
                <a:srgbClr val="FF0000"/>
              </a:buClr>
              <a:buFont typeface="Wingdings" charset="2"/>
              <a:buAutoNum type="arabicPeriod"/>
            </a:pPr>
            <a:r>
              <a:rPr lang="en-GB" sz="2000" b="0" strike="noStrike" spc="-1">
                <a:solidFill>
                  <a:srgbClr val="FF0000"/>
                </a:solidFill>
                <a:latin typeface="Lucida Sans Unicode"/>
              </a:rPr>
              <a:t>C </a:t>
            </a:r>
            <a:r>
              <a:rPr lang="en-GB" sz="2000" b="0" strike="noStrike" spc="-1">
                <a:solidFill>
                  <a:srgbClr val="000000"/>
                </a:solidFill>
                <a:latin typeface="Lucida Sans Unicode"/>
              </a:rPr>
              <a:t>..... n</a:t>
            </a:r>
            <a:r>
              <a:rPr lang="en-GB" sz="1600" b="0" strike="noStrike" spc="-1">
                <a:solidFill>
                  <a:srgbClr val="000000"/>
                </a:solidFill>
                <a:latin typeface="Lucida Sans Unicode"/>
              </a:rPr>
              <a:t>ewly added resolvent</a:t>
            </a:r>
            <a:endParaRPr lang="en-GB" sz="1600" b="0" strike="noStrike" spc="-1">
              <a:latin typeface="Arial"/>
            </a:endParaRPr>
          </a:p>
        </p:txBody>
      </p:sp>
      <p:sp>
        <p:nvSpPr>
          <p:cNvPr id="298" name="Straight Connector 16"/>
          <p:cNvSpPr/>
          <p:nvPr/>
        </p:nvSpPr>
        <p:spPr>
          <a:xfrm>
            <a:off x="5276160" y="2302200"/>
            <a:ext cx="1102680" cy="1440"/>
          </a:xfrm>
          <a:prstGeom prst="line">
            <a:avLst/>
          </a:prstGeom>
          <a:ln>
            <a:solidFill>
              <a:srgbClr val="000000"/>
            </a:solidFill>
            <a:round/>
          </a:ln>
        </p:spPr>
        <p:style>
          <a:lnRef idx="1">
            <a:schemeClr val="dk1"/>
          </a:lnRef>
          <a:fillRef idx="0">
            <a:schemeClr val="dk1"/>
          </a:fillRef>
          <a:effectRef idx="0">
            <a:schemeClr val="dk1"/>
          </a:effectRef>
          <a:fontRef idx="minor"/>
        </p:style>
      </p:sp>
      <p:sp>
        <p:nvSpPr>
          <p:cNvPr id="299" name="Straight Connector 17"/>
          <p:cNvSpPr/>
          <p:nvPr/>
        </p:nvSpPr>
        <p:spPr>
          <a:xfrm>
            <a:off x="5276160" y="2538360"/>
            <a:ext cx="1102680" cy="1080"/>
          </a:xfrm>
          <a:prstGeom prst="line">
            <a:avLst/>
          </a:prstGeom>
          <a:ln>
            <a:solidFill>
              <a:srgbClr val="000000"/>
            </a:solidFill>
            <a:round/>
          </a:ln>
        </p:spPr>
        <p:style>
          <a:lnRef idx="1">
            <a:schemeClr val="dk1"/>
          </a:lnRef>
          <a:fillRef idx="0">
            <a:schemeClr val="dk1"/>
          </a:fillRef>
          <a:effectRef idx="0">
            <a:schemeClr val="dk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1" presetClass="entr" fill="hold" nodeType="clickEffect">
                                  <p:stCondLst>
                                    <p:cond delay="0"/>
                                  </p:stCondLst>
                                  <p:iterate type="lt">
                                    <p:tmAbs val="100"/>
                                  </p:iterate>
                                  <p:childTnLst>
                                    <p:set>
                                      <p:cBhvr>
                                        <p:cTn id="6" dur="1" fill="hold">
                                          <p:stCondLst>
                                            <p:cond delay="0"/>
                                          </p:stCondLst>
                                        </p:cTn>
                                        <p:tgtEl>
                                          <p:spTgt spid="290">
                                            <p:txEl>
                                              <p:pRg st="0" end="0"/>
                                            </p:txEl>
                                          </p:spTgt>
                                        </p:tgtEl>
                                        <p:attrNameLst>
                                          <p:attrName>style.visibility</p:attrName>
                                        </p:attrNameLst>
                                      </p:cBhvr>
                                      <p:to>
                                        <p:strVal val="visible"/>
                                      </p:to>
                                    </p:set>
                                    <p:anim calcmode="lin" valueType="num">
                                      <p:cBhvr additive="repl">
                                        <p:cTn id="7" dur="500" fill="hold"/>
                                        <p:tgtEl>
                                          <p:spTgt spid="290">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8" dur="500" fill="hold"/>
                                        <p:tgtEl>
                                          <p:spTgt spid="290">
                                            <p:txEl>
                                              <p:pRg st="0" end="0"/>
                                            </p:txEl>
                                          </p:spTgt>
                                        </p:tgtEl>
                                        <p:attrNameLst>
                                          <p:attrName>ppt_y</p:attrName>
                                        </p:attrNameLst>
                                      </p:cBhvr>
                                      <p:tavLst>
                                        <p:tav tm="0">
                                          <p:val>
                                            <p:strVal val="#ppt_y"/>
                                          </p:val>
                                        </p:tav>
                                        <p:tav tm="100000">
                                          <p:val>
                                            <p:strVal val="#ppt_y"/>
                                          </p:val>
                                        </p:tav>
                                      </p:tavLst>
                                    </p:anim>
                                    <p:anim calcmode="lin" valueType="num">
                                      <p:cBhvr additive="repl">
                                        <p:cTn id="9" dur="500" fill="hold"/>
                                        <p:tgtEl>
                                          <p:spTgt spid="290">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10" dur="500" fill="hold"/>
                                        <p:tgtEl>
                                          <p:spTgt spid="290">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11" dur="500"/>
                                        <p:tgtEl>
                                          <p:spTgt spid="290">
                                            <p:txEl>
                                              <p:pRg st="0" end="0"/>
                                            </p:txEl>
                                          </p:spTgt>
                                        </p:tgtEl>
                                      </p:cBhvr>
                                    </p:animEffect>
                                  </p:childTnLst>
                                </p:cTn>
                              </p:par>
                            </p:childTnLst>
                          </p:cTn>
                        </p:par>
                        <p:par>
                          <p:cTn id="12" fill="hold">
                            <p:stCondLst>
                              <p:cond delay="2600"/>
                            </p:stCondLst>
                            <p:childTnLst>
                              <p:par>
                                <p:cTn id="13" presetID="10" presetClass="entr" fill="hold" nodeType="afterEffect">
                                  <p:stCondLst>
                                    <p:cond delay="0"/>
                                  </p:stCondLst>
                                  <p:childTnLst>
                                    <p:set>
                                      <p:cBhvr>
                                        <p:cTn id="14" dur="1" fill="hold">
                                          <p:stCondLst>
                                            <p:cond delay="0"/>
                                          </p:stCondLst>
                                        </p:cTn>
                                        <p:tgtEl>
                                          <p:spTgt spid="297">
                                            <p:txEl>
                                              <p:pRg st="0" end="0"/>
                                            </p:txEl>
                                          </p:spTgt>
                                        </p:tgtEl>
                                        <p:attrNameLst>
                                          <p:attrName>style.visibility</p:attrName>
                                        </p:attrNameLst>
                                      </p:cBhvr>
                                      <p:to>
                                        <p:strVal val="visible"/>
                                      </p:to>
                                    </p:set>
                                    <p:animEffect transition="in" filter="fade">
                                      <p:cBhvr additive="repl">
                                        <p:cTn id="15" dur="1000"/>
                                        <p:tgtEl>
                                          <p:spTgt spid="297">
                                            <p:txEl>
                                              <p:pRg st="0" end="0"/>
                                            </p:txEl>
                                          </p:spTgt>
                                        </p:tgtEl>
                                      </p:cBhvr>
                                    </p:animEffect>
                                  </p:childTnLst>
                                </p:cTn>
                              </p:par>
                            </p:childTnLst>
                          </p:cTn>
                        </p:par>
                        <p:par>
                          <p:cTn id="16" fill="hold">
                            <p:stCondLst>
                              <p:cond delay="3600"/>
                            </p:stCondLst>
                            <p:childTnLst>
                              <p:par>
                                <p:cTn id="17" presetID="10" presetClass="entr" fill="hold" nodeType="afterEffect">
                                  <p:stCondLst>
                                    <p:cond delay="0"/>
                                  </p:stCondLst>
                                  <p:childTnLst>
                                    <p:set>
                                      <p:cBhvr>
                                        <p:cTn id="18" dur="1" fill="hold">
                                          <p:stCondLst>
                                            <p:cond delay="0"/>
                                          </p:stCondLst>
                                        </p:cTn>
                                        <p:tgtEl>
                                          <p:spTgt spid="297">
                                            <p:txEl>
                                              <p:pRg st="1" end="1"/>
                                            </p:txEl>
                                          </p:spTgt>
                                        </p:tgtEl>
                                        <p:attrNameLst>
                                          <p:attrName>style.visibility</p:attrName>
                                        </p:attrNameLst>
                                      </p:cBhvr>
                                      <p:to>
                                        <p:strVal val="visible"/>
                                      </p:to>
                                    </p:set>
                                    <p:animEffect transition="in" filter="fade">
                                      <p:cBhvr additive="repl">
                                        <p:cTn id="19" dur="1000"/>
                                        <p:tgtEl>
                                          <p:spTgt spid="297">
                                            <p:txEl>
                                              <p:pRg st="1" end="1"/>
                                            </p:txEl>
                                          </p:spTgt>
                                        </p:tgtEl>
                                      </p:cBhvr>
                                    </p:animEffect>
                                  </p:childTnLst>
                                </p:cTn>
                              </p:par>
                            </p:childTnLst>
                          </p:cTn>
                        </p:par>
                        <p:par>
                          <p:cTn id="20" fill="hold">
                            <p:stCondLst>
                              <p:cond delay="4600"/>
                            </p:stCondLst>
                            <p:childTnLst>
                              <p:par>
                                <p:cTn id="21" presetID="10" presetClass="entr" fill="hold" nodeType="afterEffect">
                                  <p:stCondLst>
                                    <p:cond delay="0"/>
                                  </p:stCondLst>
                                  <p:childTnLst>
                                    <p:set>
                                      <p:cBhvr>
                                        <p:cTn id="22" dur="1" fill="hold">
                                          <p:stCondLst>
                                            <p:cond delay="0"/>
                                          </p:stCondLst>
                                        </p:cTn>
                                        <p:tgtEl>
                                          <p:spTgt spid="297">
                                            <p:txEl>
                                              <p:pRg st="2" end="2"/>
                                            </p:txEl>
                                          </p:spTgt>
                                        </p:tgtEl>
                                        <p:attrNameLst>
                                          <p:attrName>style.visibility</p:attrName>
                                        </p:attrNameLst>
                                      </p:cBhvr>
                                      <p:to>
                                        <p:strVal val="visible"/>
                                      </p:to>
                                    </p:set>
                                    <p:animEffect transition="in" filter="fade">
                                      <p:cBhvr additive="repl">
                                        <p:cTn id="23" dur="1000"/>
                                        <p:tgtEl>
                                          <p:spTgt spid="297">
                                            <p:txEl>
                                              <p:pRg st="2" end="2"/>
                                            </p:txEl>
                                          </p:spTgt>
                                        </p:tgtEl>
                                      </p:cBhvr>
                                    </p:animEffect>
                                  </p:childTnLst>
                                </p:cTn>
                              </p:par>
                            </p:childTnLst>
                          </p:cTn>
                        </p:par>
                        <p:par>
                          <p:cTn id="24" fill="hold">
                            <p:stCondLst>
                              <p:cond delay="5600"/>
                            </p:stCondLst>
                            <p:childTnLst>
                              <p:par>
                                <p:cTn id="25" presetID="10" presetClass="entr" fill="hold" nodeType="afterEffect">
                                  <p:stCondLst>
                                    <p:cond delay="0"/>
                                  </p:stCondLst>
                                  <p:childTnLst>
                                    <p:set>
                                      <p:cBhvr>
                                        <p:cTn id="26" dur="1" fill="hold">
                                          <p:stCondLst>
                                            <p:cond delay="0"/>
                                          </p:stCondLst>
                                        </p:cTn>
                                        <p:tgtEl>
                                          <p:spTgt spid="297">
                                            <p:txEl>
                                              <p:pRg st="3" end="3"/>
                                            </p:txEl>
                                          </p:spTgt>
                                        </p:tgtEl>
                                        <p:attrNameLst>
                                          <p:attrName>style.visibility</p:attrName>
                                        </p:attrNameLst>
                                      </p:cBhvr>
                                      <p:to>
                                        <p:strVal val="visible"/>
                                      </p:to>
                                    </p:set>
                                    <p:animEffect transition="in" filter="fade">
                                      <p:cBhvr additive="repl">
                                        <p:cTn id="27" dur="1000"/>
                                        <p:tgtEl>
                                          <p:spTgt spid="297">
                                            <p:txEl>
                                              <p:pRg st="3" end="3"/>
                                            </p:txEl>
                                          </p:spTgt>
                                        </p:tgtEl>
                                      </p:cBhvr>
                                    </p:animEffect>
                                  </p:childTnLst>
                                </p:cTn>
                              </p:par>
                            </p:childTnLst>
                          </p:cTn>
                        </p:par>
                        <p:par>
                          <p:cTn id="28" fill="hold">
                            <p:stCondLst>
                              <p:cond delay="6600"/>
                            </p:stCondLst>
                            <p:childTnLst>
                              <p:par>
                                <p:cTn id="29" presetID="10" presetClass="entr" fill="hold" nodeType="afterEffect">
                                  <p:stCondLst>
                                    <p:cond delay="0"/>
                                  </p:stCondLst>
                                  <p:childTnLst>
                                    <p:set>
                                      <p:cBhvr>
                                        <p:cTn id="30" dur="1" fill="hold">
                                          <p:stCondLst>
                                            <p:cond delay="0"/>
                                          </p:stCondLst>
                                        </p:cTn>
                                        <p:tgtEl>
                                          <p:spTgt spid="297">
                                            <p:txEl>
                                              <p:pRg st="4" end="4"/>
                                            </p:txEl>
                                          </p:spTgt>
                                        </p:tgtEl>
                                        <p:attrNameLst>
                                          <p:attrName>style.visibility</p:attrName>
                                        </p:attrNameLst>
                                      </p:cBhvr>
                                      <p:to>
                                        <p:strVal val="visible"/>
                                      </p:to>
                                    </p:set>
                                    <p:animEffect transition="in" filter="fade">
                                      <p:cBhvr additive="repl">
                                        <p:cTn id="31" dur="1000"/>
                                        <p:tgtEl>
                                          <p:spTgt spid="297">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298"/>
                                        </p:tgtEl>
                                        <p:attrNameLst>
                                          <p:attrName>style.visibility</p:attrName>
                                        </p:attrNameLst>
                                      </p:cBhvr>
                                      <p:to>
                                        <p:strVal val="visible"/>
                                      </p:to>
                                    </p:set>
                                    <p:animEffect transition="in" filter="checkerboard(across)">
                                      <p:cBhvr additive="repl">
                                        <p:cTn id="36" dur="500"/>
                                        <p:tgtEl>
                                          <p:spTgt spid="298"/>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nodeType="clickEffect">
                                  <p:stCondLst>
                                    <p:cond delay="0"/>
                                  </p:stCondLst>
                                  <p:childTnLst>
                                    <p:set>
                                      <p:cBhvr>
                                        <p:cTn id="40" dur="1" fill="hold">
                                          <p:stCondLst>
                                            <p:cond delay="0"/>
                                          </p:stCondLst>
                                        </p:cTn>
                                        <p:tgtEl>
                                          <p:spTgt spid="299"/>
                                        </p:tgtEl>
                                        <p:attrNameLst>
                                          <p:attrName>style.visibility</p:attrName>
                                        </p:attrNameLst>
                                      </p:cBhvr>
                                      <p:to>
                                        <p:strVal val="visible"/>
                                      </p:to>
                                    </p:set>
                                    <p:animEffect transition="in" filter="checkerboard(across)">
                                      <p:cBhvr additive="repl">
                                        <p:cTn id="41" dur="500"/>
                                        <p:tgtEl>
                                          <p:spTgt spid="29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fill="hold" nodeType="clickEffect">
                                  <p:stCondLst>
                                    <p:cond delay="0"/>
                                  </p:stCondLst>
                                  <p:childTnLst>
                                    <p:set>
                                      <p:cBhvr>
                                        <p:cTn id="45" dur="1" fill="hold">
                                          <p:stCondLst>
                                            <p:cond delay="0"/>
                                          </p:stCondLst>
                                        </p:cTn>
                                        <p:tgtEl>
                                          <p:spTgt spid="294"/>
                                        </p:tgtEl>
                                        <p:attrNameLst>
                                          <p:attrName>style.visibility</p:attrName>
                                        </p:attrNameLst>
                                      </p:cBhvr>
                                      <p:to>
                                        <p:strVal val="visible"/>
                                      </p:to>
                                    </p:set>
                                    <p:animEffect transition="in" filter="fade">
                                      <p:cBhvr additive="repl">
                                        <p:cTn id="46" dur="2000"/>
                                        <p:tgtEl>
                                          <p:spTgt spid="294"/>
                                        </p:tgtEl>
                                      </p:cBhvr>
                                    </p:animEffect>
                                  </p:childTnLst>
                                </p:cTn>
                              </p:par>
                              <p:par>
                                <p:cTn id="47" presetID="10" presetClass="entr" fill="hold" nodeType="withEffect">
                                  <p:stCondLst>
                                    <p:cond delay="0"/>
                                  </p:stCondLst>
                                  <p:childTnLst>
                                    <p:set>
                                      <p:cBhvr>
                                        <p:cTn id="48" dur="1" fill="hold">
                                          <p:stCondLst>
                                            <p:cond delay="0"/>
                                          </p:stCondLst>
                                        </p:cTn>
                                        <p:tgtEl>
                                          <p:spTgt spid="290">
                                            <p:txEl>
                                              <p:pRg st="2" end="2"/>
                                            </p:txEl>
                                          </p:spTgt>
                                        </p:tgtEl>
                                        <p:attrNameLst>
                                          <p:attrName>style.visibility</p:attrName>
                                        </p:attrNameLst>
                                      </p:cBhvr>
                                      <p:to>
                                        <p:strVal val="visible"/>
                                      </p:to>
                                    </p:set>
                                    <p:animEffect transition="in" filter="fade">
                                      <p:cBhvr additive="repl">
                                        <p:cTn id="49" dur="2000"/>
                                        <p:tgtEl>
                                          <p:spTgt spid="290">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fill="hold" nodeType="clickEffect">
                                  <p:stCondLst>
                                    <p:cond delay="0"/>
                                  </p:stCondLst>
                                  <p:childTnLst>
                                    <p:set>
                                      <p:cBhvr>
                                        <p:cTn id="53" dur="1" fill="hold">
                                          <p:stCondLst>
                                            <p:cond delay="0"/>
                                          </p:stCondLst>
                                        </p:cTn>
                                        <p:tgtEl>
                                          <p:spTgt spid="295"/>
                                        </p:tgtEl>
                                        <p:attrNameLst>
                                          <p:attrName>style.visibility</p:attrName>
                                        </p:attrNameLst>
                                      </p:cBhvr>
                                      <p:to>
                                        <p:strVal val="visible"/>
                                      </p:to>
                                    </p:set>
                                    <p:animEffect transition="in" filter="fade">
                                      <p:cBhvr additive="repl">
                                        <p:cTn id="54" dur="2000"/>
                                        <p:tgtEl>
                                          <p:spTgt spid="295"/>
                                        </p:tgtEl>
                                      </p:cBhvr>
                                    </p:animEffect>
                                  </p:childTnLst>
                                </p:cTn>
                              </p:par>
                              <p:par>
                                <p:cTn id="55" presetID="10" presetClass="entr" fill="hold" nodeType="withEffect">
                                  <p:stCondLst>
                                    <p:cond delay="0"/>
                                  </p:stCondLst>
                                  <p:childTnLst>
                                    <p:set>
                                      <p:cBhvr>
                                        <p:cTn id="56" dur="1" fill="hold">
                                          <p:stCondLst>
                                            <p:cond delay="0"/>
                                          </p:stCondLst>
                                        </p:cTn>
                                        <p:tgtEl>
                                          <p:spTgt spid="290">
                                            <p:txEl>
                                              <p:pRg st="3" end="3"/>
                                            </p:txEl>
                                          </p:spTgt>
                                        </p:tgtEl>
                                        <p:attrNameLst>
                                          <p:attrName>style.visibility</p:attrName>
                                        </p:attrNameLst>
                                      </p:cBhvr>
                                      <p:to>
                                        <p:strVal val="visible"/>
                                      </p:to>
                                    </p:set>
                                    <p:animEffect transition="in" filter="fade">
                                      <p:cBhvr additive="repl">
                                        <p:cTn id="57" dur="2000"/>
                                        <p:tgtEl>
                                          <p:spTgt spid="290">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nodeType="clickEffect">
                                  <p:stCondLst>
                                    <p:cond delay="0"/>
                                  </p:stCondLst>
                                  <p:childTnLst>
                                    <p:set>
                                      <p:cBhvr>
                                        <p:cTn id="61" dur="1" fill="hold">
                                          <p:stCondLst>
                                            <p:cond delay="0"/>
                                          </p:stCondLst>
                                        </p:cTn>
                                        <p:tgtEl>
                                          <p:spTgt spid="292"/>
                                        </p:tgtEl>
                                        <p:attrNameLst>
                                          <p:attrName>style.visibility</p:attrName>
                                        </p:attrNameLst>
                                      </p:cBhvr>
                                      <p:to>
                                        <p:strVal val="visible"/>
                                      </p:to>
                                    </p:set>
                                    <p:animEffect transition="in" filter="checkerboard(across)">
                                      <p:cBhvr additive="repl">
                                        <p:cTn id="62" dur="500"/>
                                        <p:tgtEl>
                                          <p:spTgt spid="292"/>
                                        </p:tgtEl>
                                      </p:cBhvr>
                                    </p:animEffect>
                                  </p:childTnLst>
                                </p:cTn>
                              </p:par>
                              <p:par>
                                <p:cTn id="63" presetID="5" presetClass="entr" presetSubtype="10" fill="hold" nodeType="withEffect">
                                  <p:stCondLst>
                                    <p:cond delay="0"/>
                                  </p:stCondLst>
                                  <p:childTnLst>
                                    <p:set>
                                      <p:cBhvr>
                                        <p:cTn id="64" dur="1" fill="hold">
                                          <p:stCondLst>
                                            <p:cond delay="0"/>
                                          </p:stCondLst>
                                        </p:cTn>
                                        <p:tgtEl>
                                          <p:spTgt spid="293"/>
                                        </p:tgtEl>
                                        <p:attrNameLst>
                                          <p:attrName>style.visibility</p:attrName>
                                        </p:attrNameLst>
                                      </p:cBhvr>
                                      <p:to>
                                        <p:strVal val="visible"/>
                                      </p:to>
                                    </p:set>
                                    <p:animEffect transition="in" filter="checkerboard(across)">
                                      <p:cBhvr additive="repl">
                                        <p:cTn id="65" dur="500"/>
                                        <p:tgtEl>
                                          <p:spTgt spid="293"/>
                                        </p:tgtEl>
                                      </p:cBhvr>
                                    </p:animEffect>
                                  </p:childTnLst>
                                </p:cTn>
                              </p:par>
                            </p:childTnLst>
                          </p:cTn>
                        </p:par>
                        <p:par>
                          <p:cTn id="66" fill="hold">
                            <p:stCondLst>
                              <p:cond delay="500"/>
                            </p:stCondLst>
                            <p:childTnLst>
                              <p:par>
                                <p:cTn id="67" presetID="10" presetClass="entr" fill="hold" nodeType="afterEffect">
                                  <p:stCondLst>
                                    <p:cond delay="0"/>
                                  </p:stCondLst>
                                  <p:childTnLst>
                                    <p:set>
                                      <p:cBhvr>
                                        <p:cTn id="68" dur="1" fill="hold">
                                          <p:stCondLst>
                                            <p:cond delay="0"/>
                                          </p:stCondLst>
                                        </p:cTn>
                                        <p:tgtEl>
                                          <p:spTgt spid="290">
                                            <p:txEl>
                                              <p:pRg st="4" end="4"/>
                                            </p:txEl>
                                          </p:spTgt>
                                        </p:tgtEl>
                                        <p:attrNameLst>
                                          <p:attrName>style.visibility</p:attrName>
                                        </p:attrNameLst>
                                      </p:cBhvr>
                                      <p:to>
                                        <p:strVal val="visible"/>
                                      </p:to>
                                    </p:set>
                                    <p:animEffect transition="in" filter="fade">
                                      <p:cBhvr additive="repl">
                                        <p:cTn id="69" dur="2000"/>
                                        <p:tgtEl>
                                          <p:spTgt spid="290">
                                            <p:txEl>
                                              <p:pRg st="4" end="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296"/>
                                        </p:tgtEl>
                                        <p:attrNameLst>
                                          <p:attrName>style.visibility</p:attrName>
                                        </p:attrNameLst>
                                      </p:cBhvr>
                                      <p:to>
                                        <p:strVal val="visible"/>
                                      </p:to>
                                    </p:set>
                                    <p:animEffect transition="in" filter="blinds(horizontal)">
                                      <p:cBhvr additive="repl">
                                        <p:cTn id="74" dur="500"/>
                                        <p:tgtEl>
                                          <p:spTgt spid="296"/>
                                        </p:tgtEl>
                                      </p:cBhvr>
                                    </p:animEffect>
                                  </p:childTnLst>
                                </p:cTn>
                              </p:par>
                              <p:par>
                                <p:cTn id="75" presetID="10" presetClass="entr" fill="hold" nodeType="withEffect">
                                  <p:stCondLst>
                                    <p:cond delay="0"/>
                                  </p:stCondLst>
                                  <p:childTnLst>
                                    <p:set>
                                      <p:cBhvr>
                                        <p:cTn id="76" dur="1" fill="hold">
                                          <p:stCondLst>
                                            <p:cond delay="0"/>
                                          </p:stCondLst>
                                        </p:cTn>
                                        <p:tgtEl>
                                          <p:spTgt spid="297">
                                            <p:txEl>
                                              <p:pRg st="5" end="5"/>
                                            </p:txEl>
                                          </p:spTgt>
                                        </p:tgtEl>
                                        <p:attrNameLst>
                                          <p:attrName>style.visibility</p:attrName>
                                        </p:attrNameLst>
                                      </p:cBhvr>
                                      <p:to>
                                        <p:strVal val="visible"/>
                                      </p:to>
                                    </p:set>
                                    <p:animEffect transition="in" filter="fade">
                                      <p:cBhvr additive="repl">
                                        <p:cTn id="77" dur="2000"/>
                                        <p:tgtEl>
                                          <p:spTgt spid="297">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fill="hold" nodeType="clickEffect">
                                  <p:stCondLst>
                                    <p:cond delay="0"/>
                                  </p:stCondLst>
                                  <p:childTnLst>
                                    <p:set>
                                      <p:cBhvr>
                                        <p:cTn id="81" dur="1" fill="hold">
                                          <p:stCondLst>
                                            <p:cond delay="0"/>
                                          </p:stCondLst>
                                        </p:cTn>
                                        <p:tgtEl>
                                          <p:spTgt spid="290">
                                            <p:txEl>
                                              <p:pRg st="8" end="8"/>
                                            </p:txEl>
                                          </p:spTgt>
                                        </p:tgtEl>
                                        <p:attrNameLst>
                                          <p:attrName>style.visibility</p:attrName>
                                        </p:attrNameLst>
                                      </p:cBhvr>
                                      <p:to>
                                        <p:strVal val="visible"/>
                                      </p:to>
                                    </p:set>
                                    <p:animEffect transition="in" filter="fade">
                                      <p:cBhvr additive="repl">
                                        <p:cTn id="82" dur="2000"/>
                                        <p:tgtEl>
                                          <p:spTgt spid="29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p:nvPr>
        </p:nvSpPr>
        <p:spPr>
          <a:xfrm>
            <a:off x="516240" y="1334880"/>
            <a:ext cx="9072360" cy="4039920"/>
          </a:xfrm>
          <a:prstGeom prst="rect">
            <a:avLst/>
          </a:prstGeom>
          <a:noFill/>
          <a:ln w="0">
            <a:noFill/>
          </a:ln>
        </p:spPr>
        <p:txBody>
          <a:bodyPr lIns="90000" tIns="45000" rIns="90000" bIns="45000" anchor="t">
            <a:noAutofit/>
          </a:bodyPr>
          <a:lstStyle/>
          <a:p>
            <a:pPr marL="812880" indent="-696960">
              <a:lnSpc>
                <a:spcPct val="100000"/>
              </a:lnSpc>
              <a:spcBef>
                <a:spcPts val="400"/>
              </a:spcBef>
              <a:buNone/>
              <a:tabLst>
                <a:tab pos="0" algn="l"/>
              </a:tabLst>
            </a:pPr>
            <a:r>
              <a:rPr lang="en-GB" sz="2800" b="0" strike="noStrike" spc="-1">
                <a:solidFill>
                  <a:srgbClr val="00B0F0"/>
                </a:solidFill>
                <a:latin typeface="Lucida Sans Unicode"/>
              </a:rPr>
              <a:t>Step 5: Cancel C and </a:t>
            </a:r>
            <a:r>
              <a:rPr lang="en-GB" sz="2800" b="0" strike="noStrike" spc="-1">
                <a:solidFill>
                  <a:srgbClr val="00B0F0"/>
                </a:solidFill>
                <a:latin typeface="Symbol"/>
              </a:rPr>
              <a:t></a:t>
            </a:r>
            <a:r>
              <a:rPr lang="en-GB" sz="2800" b="0" strike="noStrike" spc="-1">
                <a:solidFill>
                  <a:srgbClr val="00B0F0"/>
                </a:solidFill>
                <a:latin typeface="Lucida Sans Unicode"/>
              </a:rPr>
              <a:t> C to establish [].</a:t>
            </a:r>
            <a:endParaRPr lang="en-US" sz="2800" b="0" strike="noStrike" spc="-1">
              <a:solidFill>
                <a:srgbClr val="000000"/>
              </a:solidFill>
              <a:latin typeface="Lucida Sans Unicode"/>
            </a:endParaRPr>
          </a:p>
          <a:p>
            <a:pPr marL="1371600" indent="-457200">
              <a:lnSpc>
                <a:spcPct val="100000"/>
              </a:lnSpc>
              <a:spcBef>
                <a:spcPts val="349"/>
              </a:spcBef>
              <a:buNone/>
              <a:tabLst>
                <a:tab pos="0" algn="l"/>
              </a:tabLst>
            </a:pPr>
            <a:r>
              <a:rPr lang="en-GB" sz="2000" b="0" strike="noStrike" spc="-1">
                <a:solidFill>
                  <a:srgbClr val="FF0000"/>
                </a:solidFill>
                <a:latin typeface="Lucida Sans Unicode"/>
              </a:rPr>
              <a:t>C</a:t>
            </a:r>
            <a:r>
              <a:rPr lang="en-GB" sz="2000" b="0" strike="noStrike" spc="-1">
                <a:solidFill>
                  <a:srgbClr val="000000"/>
                </a:solidFill>
                <a:latin typeface="Lucida Sans Unicode"/>
              </a:rPr>
              <a:t>				</a:t>
            </a:r>
            <a:endParaRPr lang="en-US" sz="2000" b="0" strike="noStrike" spc="-1">
              <a:solidFill>
                <a:srgbClr val="000000"/>
              </a:solidFill>
              <a:latin typeface="Lucida Sans Unicode"/>
            </a:endParaRPr>
          </a:p>
          <a:p>
            <a:pPr marL="1371600" indent="-457200">
              <a:lnSpc>
                <a:spcPct val="100000"/>
              </a:lnSpc>
              <a:spcBef>
                <a:spcPts val="349"/>
              </a:spcBef>
              <a:buNone/>
              <a:tabLst>
                <a:tab pos="0" algn="l"/>
              </a:tabLst>
            </a:pPr>
            <a:r>
              <a:rPr lang="en-GB" sz="2000" b="0" u="sng" strike="noStrike" spc="-1">
                <a:solidFill>
                  <a:srgbClr val="FF0000"/>
                </a:solidFill>
                <a:uFillTx/>
                <a:latin typeface="Symbol"/>
              </a:rPr>
              <a:t></a:t>
            </a:r>
            <a:r>
              <a:rPr lang="en-GB" sz="2000" b="0" u="sng" strike="noStrike" spc="-1">
                <a:solidFill>
                  <a:srgbClr val="FF0000"/>
                </a:solidFill>
                <a:uFillTx/>
                <a:latin typeface="Lucida Sans Unicode"/>
              </a:rPr>
              <a:t>C	</a:t>
            </a:r>
            <a:r>
              <a:rPr lang="en-GB" sz="2000" b="0" strike="noStrike" spc="-1">
                <a:solidFill>
                  <a:srgbClr val="000000"/>
                </a:solidFill>
                <a:latin typeface="Lucida Sans Unicode"/>
              </a:rPr>
              <a:t>			</a:t>
            </a:r>
            <a:endParaRPr lang="en-US" sz="2000" b="0" strike="noStrike" spc="-1">
              <a:solidFill>
                <a:srgbClr val="000000"/>
              </a:solidFill>
              <a:latin typeface="Lucida Sans Unicode"/>
            </a:endParaRPr>
          </a:p>
          <a:p>
            <a:pPr marL="1371600" indent="-457200">
              <a:lnSpc>
                <a:spcPct val="100000"/>
              </a:lnSpc>
              <a:spcBef>
                <a:spcPts val="349"/>
              </a:spcBef>
              <a:buNone/>
              <a:tabLst>
                <a:tab pos="0" algn="l"/>
              </a:tabLst>
            </a:pPr>
            <a:r>
              <a:rPr lang="en-GB" sz="2000" b="0" strike="noStrike" spc="-1">
                <a:solidFill>
                  <a:srgbClr val="000000"/>
                </a:solidFill>
                <a:latin typeface="Lucida Sans Unicode"/>
              </a:rPr>
              <a:t>[]				</a:t>
            </a:r>
            <a:endParaRPr lang="en-US" sz="2000" b="0" strike="noStrike" spc="-1">
              <a:solidFill>
                <a:srgbClr val="000000"/>
              </a:solidFill>
              <a:latin typeface="Lucida Sans Unicode"/>
            </a:endParaRPr>
          </a:p>
          <a:p>
            <a:pPr marL="812880" indent="-696960">
              <a:lnSpc>
                <a:spcPct val="100000"/>
              </a:lnSpc>
              <a:spcBef>
                <a:spcPts val="400"/>
              </a:spcBef>
              <a:buNone/>
              <a:tabLst>
                <a:tab pos="0" algn="l"/>
              </a:tabLst>
            </a:pPr>
            <a:endParaRPr lang="en-US" sz="2800" b="0" strike="noStrike" spc="-1">
              <a:solidFill>
                <a:srgbClr val="000000"/>
              </a:solidFill>
              <a:latin typeface="Lucida Sans Unicode"/>
            </a:endParaRPr>
          </a:p>
          <a:p>
            <a:pPr marL="812880" indent="-696960">
              <a:lnSpc>
                <a:spcPct val="100000"/>
              </a:lnSpc>
              <a:spcBef>
                <a:spcPts val="400"/>
              </a:spcBef>
              <a:buNone/>
              <a:tabLst>
                <a:tab pos="0" algn="l"/>
              </a:tabLst>
            </a:pPr>
            <a:endParaRPr lang="en-US" sz="2800" b="0" strike="noStrike" spc="-1">
              <a:solidFill>
                <a:srgbClr val="000000"/>
              </a:solidFill>
              <a:latin typeface="Lucida Sans Unicode"/>
            </a:endParaRPr>
          </a:p>
          <a:p>
            <a:pPr marL="812880" indent="-696960">
              <a:lnSpc>
                <a:spcPct val="100000"/>
              </a:lnSpc>
              <a:spcBef>
                <a:spcPts val="400"/>
              </a:spcBef>
              <a:buNone/>
              <a:tabLst>
                <a:tab pos="0" algn="l"/>
              </a:tabLst>
            </a:pPr>
            <a:endParaRPr lang="en-US" sz="2800" b="0" strike="noStrike" spc="-1">
              <a:solidFill>
                <a:srgbClr val="000000"/>
              </a:solidFill>
              <a:latin typeface="Lucida Sans Unicode"/>
            </a:endParaRPr>
          </a:p>
          <a:p>
            <a:pPr marL="812880" indent="-696960">
              <a:lnSpc>
                <a:spcPct val="100000"/>
              </a:lnSpc>
              <a:spcBef>
                <a:spcPts val="400"/>
              </a:spcBef>
              <a:buNone/>
              <a:tabLst>
                <a:tab pos="0" algn="l"/>
              </a:tabLst>
            </a:pPr>
            <a:r>
              <a:rPr lang="en-GB" sz="2800" b="0" strike="noStrike" spc="-1">
                <a:solidFill>
                  <a:srgbClr val="000000"/>
                </a:solidFill>
                <a:latin typeface="Lucida Sans Unicode"/>
              </a:rPr>
              <a:t>	[] is established.</a:t>
            </a:r>
            <a:endParaRPr lang="en-US" sz="2800" b="0" strike="noStrike" spc="-1">
              <a:solidFill>
                <a:srgbClr val="000000"/>
              </a:solidFill>
              <a:latin typeface="Lucida Sans Unicode"/>
            </a:endParaRPr>
          </a:p>
          <a:p>
            <a:pPr marL="990720" indent="-533520">
              <a:lnSpc>
                <a:spcPct val="100000"/>
              </a:lnSpc>
              <a:spcBef>
                <a:spcPts val="323"/>
              </a:spcBef>
              <a:buNone/>
              <a:tabLst>
                <a:tab pos="0" algn="l"/>
              </a:tabLst>
            </a:pPr>
            <a:endParaRPr lang="en-US" sz="2400" b="0" strike="noStrike" spc="-1">
              <a:solidFill>
                <a:srgbClr val="000000"/>
              </a:solidFill>
              <a:latin typeface="Lucida Sans Unicode"/>
            </a:endParaRPr>
          </a:p>
        </p:txBody>
      </p:sp>
      <p:sp>
        <p:nvSpPr>
          <p:cNvPr id="301"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Process</a:t>
            </a:r>
            <a:endParaRPr lang="en-US" sz="4100" b="0" strike="noStrike" spc="-1">
              <a:solidFill>
                <a:srgbClr val="000000"/>
              </a:solidFill>
              <a:latin typeface="Franklin Gothic Medium"/>
            </a:endParaRPr>
          </a:p>
        </p:txBody>
      </p:sp>
      <p:sp>
        <p:nvSpPr>
          <p:cNvPr id="302" name="Straight Connector 13"/>
          <p:cNvSpPr/>
          <p:nvPr/>
        </p:nvSpPr>
        <p:spPr>
          <a:xfrm flipV="1">
            <a:off x="1496160" y="1889640"/>
            <a:ext cx="315000" cy="118080"/>
          </a:xfrm>
          <a:prstGeom prst="line">
            <a:avLst/>
          </a:prstGeom>
          <a:ln w="28575">
            <a:solidFill>
              <a:srgbClr val="000000"/>
            </a:solidFill>
            <a:round/>
          </a:ln>
        </p:spPr>
        <p:style>
          <a:lnRef idx="1">
            <a:schemeClr val="dk1"/>
          </a:lnRef>
          <a:fillRef idx="0">
            <a:schemeClr val="dk1"/>
          </a:fillRef>
          <a:effectRef idx="0">
            <a:schemeClr val="dk1"/>
          </a:effectRef>
          <a:fontRef idx="minor"/>
        </p:style>
      </p:sp>
      <p:sp>
        <p:nvSpPr>
          <p:cNvPr id="303" name="Straight Connector 14"/>
          <p:cNvSpPr/>
          <p:nvPr/>
        </p:nvSpPr>
        <p:spPr>
          <a:xfrm flipV="1">
            <a:off x="1663920" y="2185200"/>
            <a:ext cx="315000" cy="118080"/>
          </a:xfrm>
          <a:prstGeom prst="line">
            <a:avLst/>
          </a:prstGeom>
          <a:ln w="28575">
            <a:solidFill>
              <a:srgbClr val="000000"/>
            </a:solidFill>
            <a:round/>
          </a:ln>
        </p:spPr>
        <p:style>
          <a:lnRef idx="1">
            <a:schemeClr val="dk1"/>
          </a:lnRef>
          <a:fillRef idx="0">
            <a:schemeClr val="dk1"/>
          </a:fillRef>
          <a:effectRef idx="0">
            <a:schemeClr val="dk1"/>
          </a:effectRef>
          <a:fontRef idx="minor"/>
        </p:style>
      </p:sp>
      <p:sp>
        <p:nvSpPr>
          <p:cNvPr id="304" name="Elbow Connector 1"/>
          <p:cNvSpPr/>
          <p:nvPr/>
        </p:nvSpPr>
        <p:spPr>
          <a:xfrm rot="10800000">
            <a:off x="1969200" y="1890360"/>
            <a:ext cx="2520000" cy="1358280"/>
          </a:xfrm>
          <a:prstGeom prst="bentConnector3">
            <a:avLst>
              <a:gd name="adj1" fmla="val 50000"/>
            </a:avLst>
          </a:prstGeom>
          <a:noFill/>
          <a:ln w="28575">
            <a:solidFill>
              <a:srgbClr val="2DA2BF"/>
            </a:solidFill>
            <a:round/>
            <a:tailEnd type="arrow" w="med" len="med"/>
          </a:ln>
        </p:spPr>
        <p:style>
          <a:lnRef idx="1">
            <a:schemeClr val="accent1"/>
          </a:lnRef>
          <a:fillRef idx="0">
            <a:schemeClr val="accent1"/>
          </a:fillRef>
          <a:effectRef idx="0">
            <a:schemeClr val="accent1"/>
          </a:effectRef>
          <a:fontRef idx="minor"/>
        </p:style>
      </p:sp>
      <p:sp>
        <p:nvSpPr>
          <p:cNvPr id="305" name="Elbow Connector 2"/>
          <p:cNvSpPr/>
          <p:nvPr/>
        </p:nvSpPr>
        <p:spPr>
          <a:xfrm rot="10800000">
            <a:off x="2678040" y="2185560"/>
            <a:ext cx="1811160" cy="649440"/>
          </a:xfrm>
          <a:prstGeom prst="bentConnector3">
            <a:avLst>
              <a:gd name="adj1" fmla="val 50000"/>
            </a:avLst>
          </a:prstGeom>
          <a:noFill/>
          <a:ln w="28575">
            <a:solidFill>
              <a:srgbClr val="39639D"/>
            </a:solidFill>
            <a:round/>
            <a:tailEnd type="arrow" w="med" len="med"/>
          </a:ln>
        </p:spPr>
        <p:style>
          <a:lnRef idx="1">
            <a:schemeClr val="accent4"/>
          </a:lnRef>
          <a:fillRef idx="0">
            <a:schemeClr val="accent4"/>
          </a:fillRef>
          <a:effectRef idx="0">
            <a:schemeClr val="accent4"/>
          </a:effectRef>
          <a:fontRef idx="minor"/>
        </p:style>
      </p:sp>
      <p:sp>
        <p:nvSpPr>
          <p:cNvPr id="306" name="Curved Connector 4"/>
          <p:cNvSpPr/>
          <p:nvPr/>
        </p:nvSpPr>
        <p:spPr>
          <a:xfrm>
            <a:off x="1811160" y="2480400"/>
            <a:ext cx="2677320" cy="1063080"/>
          </a:xfrm>
          <a:prstGeom prst="curvedConnector3">
            <a:avLst>
              <a:gd name="adj1" fmla="val 37451"/>
            </a:avLst>
          </a:prstGeom>
          <a:noFill/>
          <a:ln w="28575">
            <a:solidFill>
              <a:srgbClr val="FF0000"/>
            </a:solidFill>
            <a:round/>
            <a:tailEnd type="arrow" w="med" len="med"/>
          </a:ln>
          <a:effectLst>
            <a:outerShdw blurRad="50760" dist="38160" algn="l" rotWithShape="0">
              <a:srgbClr val="000000">
                <a:alpha val="40000"/>
              </a:srgbClr>
            </a:outerShdw>
          </a:effectLst>
        </p:spPr>
        <p:style>
          <a:lnRef idx="1">
            <a:schemeClr val="accent1"/>
          </a:lnRef>
          <a:fillRef idx="0">
            <a:schemeClr val="accent1"/>
          </a:fillRef>
          <a:effectRef idx="0">
            <a:schemeClr val="accent1"/>
          </a:effectRef>
          <a:fontRef idx="minor"/>
        </p:style>
      </p:sp>
      <p:sp>
        <p:nvSpPr>
          <p:cNvPr id="307" name="TextBox 16"/>
          <p:cNvSpPr/>
          <p:nvPr/>
        </p:nvSpPr>
        <p:spPr>
          <a:xfrm>
            <a:off x="4488840" y="1890000"/>
            <a:ext cx="3937320" cy="2224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B		</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B  </a:t>
            </a:r>
            <a:r>
              <a:rPr lang="en-GB" sz="2000" b="0" strike="noStrike" spc="-1">
                <a:solidFill>
                  <a:srgbClr val="000000"/>
                </a:solidFill>
                <a:latin typeface="Symbol"/>
              </a:rPr>
              <a:t></a:t>
            </a:r>
            <a:r>
              <a:rPr lang="en-GB" sz="2000" b="0" strike="noStrike" spc="-1">
                <a:solidFill>
                  <a:srgbClr val="000000"/>
                </a:solidFill>
                <a:latin typeface="Lucida Sans Unicode"/>
              </a:rPr>
              <a:t>   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Lucida Sans Unicode"/>
              </a:rPr>
              <a:t>A</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Symbol"/>
              </a:rPr>
              <a:t></a:t>
            </a:r>
            <a:r>
              <a:rPr lang="en-GB" sz="2000" b="0" strike="noStrike" spc="-1">
                <a:solidFill>
                  <a:srgbClr val="000000"/>
                </a:solidFill>
                <a:latin typeface="Lucida Sans Unicode"/>
              </a:rPr>
              <a:t>A	</a:t>
            </a:r>
            <a:r>
              <a:rPr lang="en-GB" sz="2000" b="0" strike="noStrike" spc="-1">
                <a:solidFill>
                  <a:srgbClr val="000000"/>
                </a:solidFill>
                <a:latin typeface="Symbol"/>
              </a:rPr>
              <a:t></a:t>
            </a:r>
            <a:r>
              <a:rPr lang="en-GB" sz="2000" b="0" strike="noStrike" spc="-1">
                <a:solidFill>
                  <a:srgbClr val="000000"/>
                </a:solidFill>
                <a:latin typeface="Lucida Sans Unicode"/>
              </a:rPr>
              <a:t>   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Lucida Sans Unicode"/>
              </a:rPr>
              <a:t>C</a:t>
            </a:r>
            <a:endParaRPr lang="en-GB" sz="2000" b="0" strike="noStrike" spc="-1">
              <a:latin typeface="Arial"/>
            </a:endParaRPr>
          </a:p>
          <a:p>
            <a:pPr lvl="2" indent="-457200">
              <a:lnSpc>
                <a:spcPct val="100000"/>
              </a:lnSpc>
              <a:buClr>
                <a:srgbClr val="000000"/>
              </a:buClr>
              <a:buFont typeface="Wingdings" charset="2"/>
              <a:buAutoNum type="arabicPeriod"/>
            </a:pPr>
            <a:r>
              <a:rPr lang="en-GB" sz="2000" b="0" strike="noStrike" spc="-1">
                <a:solidFill>
                  <a:srgbClr val="000000"/>
                </a:solidFill>
                <a:latin typeface="Lucida Sans Unicode"/>
              </a:rPr>
              <a:t>[]</a:t>
            </a:r>
            <a:endParaRPr lang="en-GB" sz="2000" b="0" strike="noStrike" spc="-1">
              <a:latin typeface="Arial"/>
            </a:endParaRPr>
          </a:p>
        </p:txBody>
      </p:sp>
      <p:sp>
        <p:nvSpPr>
          <p:cNvPr id="308" name="Straight Connector 15"/>
          <p:cNvSpPr/>
          <p:nvPr/>
        </p:nvSpPr>
        <p:spPr>
          <a:xfrm>
            <a:off x="5040000" y="2067120"/>
            <a:ext cx="1181160" cy="1080"/>
          </a:xfrm>
          <a:prstGeom prst="line">
            <a:avLst/>
          </a:prstGeom>
          <a:ln>
            <a:solidFill>
              <a:srgbClr val="000000"/>
            </a:solidFill>
            <a:round/>
          </a:ln>
        </p:spPr>
        <p:style>
          <a:lnRef idx="1">
            <a:schemeClr val="dk1"/>
          </a:lnRef>
          <a:fillRef idx="0">
            <a:schemeClr val="dk1"/>
          </a:fillRef>
          <a:effectRef idx="0">
            <a:schemeClr val="dk1"/>
          </a:effectRef>
          <a:fontRef idx="minor"/>
        </p:style>
      </p:sp>
      <p:sp>
        <p:nvSpPr>
          <p:cNvPr id="309" name="Straight Connector 19"/>
          <p:cNvSpPr/>
          <p:nvPr/>
        </p:nvSpPr>
        <p:spPr>
          <a:xfrm>
            <a:off x="5040000" y="2539800"/>
            <a:ext cx="393840" cy="1440"/>
          </a:xfrm>
          <a:prstGeom prst="line">
            <a:avLst/>
          </a:prstGeom>
          <a:ln>
            <a:solidFill>
              <a:srgbClr val="000000"/>
            </a:solidFill>
            <a:round/>
          </a:ln>
        </p:spPr>
        <p:style>
          <a:lnRef idx="1">
            <a:schemeClr val="dk1"/>
          </a:lnRef>
          <a:fillRef idx="0">
            <a:schemeClr val="dk1"/>
          </a:fillRef>
          <a:effectRef idx="0">
            <a:schemeClr val="dk1"/>
          </a:effectRef>
          <a:fontRef idx="minor"/>
        </p:style>
      </p:sp>
      <p:sp>
        <p:nvSpPr>
          <p:cNvPr id="310" name="Straight Connector 20"/>
          <p:cNvSpPr/>
          <p:nvPr/>
        </p:nvSpPr>
        <p:spPr>
          <a:xfrm>
            <a:off x="5040000" y="2319120"/>
            <a:ext cx="1181160" cy="1440"/>
          </a:xfrm>
          <a:prstGeom prst="line">
            <a:avLst/>
          </a:prstGeom>
          <a:ln>
            <a:solidFill>
              <a:srgbClr val="000000"/>
            </a:solidFill>
            <a:round/>
          </a:ln>
        </p:spPr>
        <p:style>
          <a:lnRef idx="1">
            <a:schemeClr val="dk1"/>
          </a:lnRef>
          <a:fillRef idx="0">
            <a:schemeClr val="dk1"/>
          </a:fillRef>
          <a:effectRef idx="0">
            <a:schemeClr val="dk1"/>
          </a:effectRef>
          <a:fontRef idx="minor"/>
        </p:style>
      </p:sp>
      <p:sp>
        <p:nvSpPr>
          <p:cNvPr id="311" name="Straight Connector 21"/>
          <p:cNvSpPr/>
          <p:nvPr/>
        </p:nvSpPr>
        <p:spPr>
          <a:xfrm>
            <a:off x="5040000" y="3071160"/>
            <a:ext cx="1181160" cy="1440"/>
          </a:xfrm>
          <a:prstGeom prst="line">
            <a:avLst/>
          </a:prstGeom>
          <a:ln>
            <a:solidFill>
              <a:srgbClr val="000000"/>
            </a:solidFill>
            <a:round/>
          </a:ln>
        </p:spPr>
        <p:style>
          <a:lnRef idx="1">
            <a:schemeClr val="dk1"/>
          </a:lnRef>
          <a:fillRef idx="0">
            <a:schemeClr val="dk1"/>
          </a:fillRef>
          <a:effectRef idx="0">
            <a:schemeClr val="dk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1" presetClass="entr" fill="hold" nodeType="clickEffect">
                                  <p:stCondLst>
                                    <p:cond delay="0"/>
                                  </p:stCondLst>
                                  <p:iterate type="lt">
                                    <p:tmAbs val="100"/>
                                  </p:iterate>
                                  <p:childTnLst>
                                    <p:set>
                                      <p:cBhvr>
                                        <p:cTn id="6" dur="1" fill="hold">
                                          <p:stCondLst>
                                            <p:cond delay="0"/>
                                          </p:stCondLst>
                                        </p:cTn>
                                        <p:tgtEl>
                                          <p:spTgt spid="300">
                                            <p:txEl>
                                              <p:pRg st="0" end="0"/>
                                            </p:txEl>
                                          </p:spTgt>
                                        </p:tgtEl>
                                        <p:attrNameLst>
                                          <p:attrName>style.visibility</p:attrName>
                                        </p:attrNameLst>
                                      </p:cBhvr>
                                      <p:to>
                                        <p:strVal val="visible"/>
                                      </p:to>
                                    </p:set>
                                    <p:anim calcmode="lin" valueType="num">
                                      <p:cBhvr additive="repl">
                                        <p:cTn id="7" dur="500" fill="hold"/>
                                        <p:tgtEl>
                                          <p:spTgt spid="300">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additive="repl">
                                        <p:cTn id="8" dur="500" fill="hold"/>
                                        <p:tgtEl>
                                          <p:spTgt spid="300">
                                            <p:txEl>
                                              <p:pRg st="0" end="0"/>
                                            </p:txEl>
                                          </p:spTgt>
                                        </p:tgtEl>
                                        <p:attrNameLst>
                                          <p:attrName>ppt_y</p:attrName>
                                        </p:attrNameLst>
                                      </p:cBhvr>
                                      <p:tavLst>
                                        <p:tav tm="0">
                                          <p:val>
                                            <p:strVal val="#ppt_y"/>
                                          </p:val>
                                        </p:tav>
                                        <p:tav tm="100000">
                                          <p:val>
                                            <p:strVal val="#ppt_y"/>
                                          </p:val>
                                        </p:tav>
                                      </p:tavLst>
                                    </p:anim>
                                    <p:anim calcmode="lin" valueType="num">
                                      <p:cBhvr additive="repl">
                                        <p:cTn id="9" dur="500" fill="hold"/>
                                        <p:tgtEl>
                                          <p:spTgt spid="300">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additive="repl">
                                        <p:cTn id="10" dur="500" fill="hold"/>
                                        <p:tgtEl>
                                          <p:spTgt spid="300">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additive="repl">
                                        <p:cTn id="11" dur="500"/>
                                        <p:tgtEl>
                                          <p:spTgt spid="300">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fill="hold" nodeType="clickEffect">
                                  <p:stCondLst>
                                    <p:cond delay="0"/>
                                  </p:stCondLst>
                                  <p:childTnLst>
                                    <p:set>
                                      <p:cBhvr>
                                        <p:cTn id="15" dur="1" fill="hold">
                                          <p:stCondLst>
                                            <p:cond delay="0"/>
                                          </p:stCondLst>
                                        </p:cTn>
                                        <p:tgtEl>
                                          <p:spTgt spid="307">
                                            <p:txEl>
                                              <p:pRg st="0" end="0"/>
                                            </p:txEl>
                                          </p:spTgt>
                                        </p:tgtEl>
                                        <p:attrNameLst>
                                          <p:attrName>style.visibility</p:attrName>
                                        </p:attrNameLst>
                                      </p:cBhvr>
                                      <p:to>
                                        <p:strVal val="visible"/>
                                      </p:to>
                                    </p:set>
                                    <p:animEffect transition="in" filter="fade">
                                      <p:cBhvr additive="repl">
                                        <p:cTn id="16" dur="2000"/>
                                        <p:tgtEl>
                                          <p:spTgt spid="307">
                                            <p:txEl>
                                              <p:pRg st="0" end="0"/>
                                            </p:txEl>
                                          </p:spTgt>
                                        </p:tgtEl>
                                      </p:cBhvr>
                                    </p:animEffect>
                                  </p:childTnLst>
                                </p:cTn>
                              </p:par>
                              <p:par>
                                <p:cTn id="17" presetID="10" presetClass="entr" fill="hold" nodeType="withEffect">
                                  <p:stCondLst>
                                    <p:cond delay="0"/>
                                  </p:stCondLst>
                                  <p:childTnLst>
                                    <p:set>
                                      <p:cBhvr>
                                        <p:cTn id="18" dur="1" fill="hold">
                                          <p:stCondLst>
                                            <p:cond delay="0"/>
                                          </p:stCondLst>
                                        </p:cTn>
                                        <p:tgtEl>
                                          <p:spTgt spid="307">
                                            <p:txEl>
                                              <p:pRg st="1" end="1"/>
                                            </p:txEl>
                                          </p:spTgt>
                                        </p:tgtEl>
                                        <p:attrNameLst>
                                          <p:attrName>style.visibility</p:attrName>
                                        </p:attrNameLst>
                                      </p:cBhvr>
                                      <p:to>
                                        <p:strVal val="visible"/>
                                      </p:to>
                                    </p:set>
                                    <p:animEffect transition="in" filter="fade">
                                      <p:cBhvr additive="repl">
                                        <p:cTn id="19" dur="2000"/>
                                        <p:tgtEl>
                                          <p:spTgt spid="307">
                                            <p:txEl>
                                              <p:pRg st="1" end="1"/>
                                            </p:txEl>
                                          </p:spTgt>
                                        </p:tgtEl>
                                      </p:cBhvr>
                                    </p:animEffect>
                                  </p:childTnLst>
                                </p:cTn>
                              </p:par>
                              <p:par>
                                <p:cTn id="20" presetID="10" presetClass="entr" fill="hold" nodeType="withEffect">
                                  <p:stCondLst>
                                    <p:cond delay="0"/>
                                  </p:stCondLst>
                                  <p:childTnLst>
                                    <p:set>
                                      <p:cBhvr>
                                        <p:cTn id="21" dur="1" fill="hold">
                                          <p:stCondLst>
                                            <p:cond delay="0"/>
                                          </p:stCondLst>
                                        </p:cTn>
                                        <p:tgtEl>
                                          <p:spTgt spid="307">
                                            <p:txEl>
                                              <p:pRg st="2" end="2"/>
                                            </p:txEl>
                                          </p:spTgt>
                                        </p:tgtEl>
                                        <p:attrNameLst>
                                          <p:attrName>style.visibility</p:attrName>
                                        </p:attrNameLst>
                                      </p:cBhvr>
                                      <p:to>
                                        <p:strVal val="visible"/>
                                      </p:to>
                                    </p:set>
                                    <p:animEffect transition="in" filter="fade">
                                      <p:cBhvr additive="repl">
                                        <p:cTn id="22" dur="2000"/>
                                        <p:tgtEl>
                                          <p:spTgt spid="307">
                                            <p:txEl>
                                              <p:pRg st="2" end="2"/>
                                            </p:txEl>
                                          </p:spTgt>
                                        </p:tgtEl>
                                      </p:cBhvr>
                                    </p:animEffect>
                                  </p:childTnLst>
                                </p:cTn>
                              </p:par>
                              <p:par>
                                <p:cTn id="23" presetID="10" presetClass="entr" fill="hold" nodeType="withEffect">
                                  <p:stCondLst>
                                    <p:cond delay="0"/>
                                  </p:stCondLst>
                                  <p:childTnLst>
                                    <p:set>
                                      <p:cBhvr>
                                        <p:cTn id="24" dur="1" fill="hold">
                                          <p:stCondLst>
                                            <p:cond delay="0"/>
                                          </p:stCondLst>
                                        </p:cTn>
                                        <p:tgtEl>
                                          <p:spTgt spid="307">
                                            <p:txEl>
                                              <p:pRg st="3" end="3"/>
                                            </p:txEl>
                                          </p:spTgt>
                                        </p:tgtEl>
                                        <p:attrNameLst>
                                          <p:attrName>style.visibility</p:attrName>
                                        </p:attrNameLst>
                                      </p:cBhvr>
                                      <p:to>
                                        <p:strVal val="visible"/>
                                      </p:to>
                                    </p:set>
                                    <p:animEffect transition="in" filter="fade">
                                      <p:cBhvr additive="repl">
                                        <p:cTn id="25" dur="2000"/>
                                        <p:tgtEl>
                                          <p:spTgt spid="307">
                                            <p:txEl>
                                              <p:pRg st="3" end="3"/>
                                            </p:txEl>
                                          </p:spTgt>
                                        </p:tgtEl>
                                      </p:cBhvr>
                                    </p:animEffect>
                                  </p:childTnLst>
                                </p:cTn>
                              </p:par>
                              <p:par>
                                <p:cTn id="26" presetID="10" presetClass="entr" fill="hold" nodeType="withEffect">
                                  <p:stCondLst>
                                    <p:cond delay="0"/>
                                  </p:stCondLst>
                                  <p:childTnLst>
                                    <p:set>
                                      <p:cBhvr>
                                        <p:cTn id="27" dur="1" fill="hold">
                                          <p:stCondLst>
                                            <p:cond delay="0"/>
                                          </p:stCondLst>
                                        </p:cTn>
                                        <p:tgtEl>
                                          <p:spTgt spid="307">
                                            <p:txEl>
                                              <p:pRg st="4" end="4"/>
                                            </p:txEl>
                                          </p:spTgt>
                                        </p:tgtEl>
                                        <p:attrNameLst>
                                          <p:attrName>style.visibility</p:attrName>
                                        </p:attrNameLst>
                                      </p:cBhvr>
                                      <p:to>
                                        <p:strVal val="visible"/>
                                      </p:to>
                                    </p:set>
                                    <p:animEffect transition="in" filter="fade">
                                      <p:cBhvr additive="repl">
                                        <p:cTn id="28" dur="2000"/>
                                        <p:tgtEl>
                                          <p:spTgt spid="307">
                                            <p:txEl>
                                              <p:pRg st="4" end="4"/>
                                            </p:txEl>
                                          </p:spTgt>
                                        </p:tgtEl>
                                      </p:cBhvr>
                                    </p:animEffect>
                                  </p:childTnLst>
                                </p:cTn>
                              </p:par>
                              <p:par>
                                <p:cTn id="29" presetID="10" presetClass="entr" fill="hold" nodeType="withEffect">
                                  <p:stCondLst>
                                    <p:cond delay="0"/>
                                  </p:stCondLst>
                                  <p:childTnLst>
                                    <p:set>
                                      <p:cBhvr>
                                        <p:cTn id="30" dur="1" fill="hold">
                                          <p:stCondLst>
                                            <p:cond delay="0"/>
                                          </p:stCondLst>
                                        </p:cTn>
                                        <p:tgtEl>
                                          <p:spTgt spid="307">
                                            <p:txEl>
                                              <p:pRg st="5" end="5"/>
                                            </p:txEl>
                                          </p:spTgt>
                                        </p:tgtEl>
                                        <p:attrNameLst>
                                          <p:attrName>style.visibility</p:attrName>
                                        </p:attrNameLst>
                                      </p:cBhvr>
                                      <p:to>
                                        <p:strVal val="visible"/>
                                      </p:to>
                                    </p:set>
                                    <p:animEffect transition="in" filter="fade">
                                      <p:cBhvr additive="repl">
                                        <p:cTn id="31" dur="2000"/>
                                        <p:tgtEl>
                                          <p:spTgt spid="307">
                                            <p:txEl>
                                              <p:pRg st="5" end="5"/>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308"/>
                                        </p:tgtEl>
                                        <p:attrNameLst>
                                          <p:attrName>style.visibility</p:attrName>
                                        </p:attrNameLst>
                                      </p:cBhvr>
                                      <p:to>
                                        <p:strVal val="visible"/>
                                      </p:to>
                                    </p:set>
                                    <p:animEffect transition="in" filter="checkerboard(across)">
                                      <p:cBhvr additive="repl">
                                        <p:cTn id="34" dur="500"/>
                                        <p:tgtEl>
                                          <p:spTgt spid="308"/>
                                        </p:tgtEl>
                                      </p:cBhvr>
                                    </p:animEffect>
                                  </p:childTnLst>
                                </p:cTn>
                              </p:par>
                              <p:par>
                                <p:cTn id="35" presetID="5" presetClass="entr" presetSubtype="10" fill="hold" nodeType="withEffect">
                                  <p:stCondLst>
                                    <p:cond delay="0"/>
                                  </p:stCondLst>
                                  <p:childTnLst>
                                    <p:set>
                                      <p:cBhvr>
                                        <p:cTn id="36" dur="1" fill="hold">
                                          <p:stCondLst>
                                            <p:cond delay="0"/>
                                          </p:stCondLst>
                                        </p:cTn>
                                        <p:tgtEl>
                                          <p:spTgt spid="310"/>
                                        </p:tgtEl>
                                        <p:attrNameLst>
                                          <p:attrName>style.visibility</p:attrName>
                                        </p:attrNameLst>
                                      </p:cBhvr>
                                      <p:to>
                                        <p:strVal val="visible"/>
                                      </p:to>
                                    </p:set>
                                    <p:animEffect transition="in" filter="checkerboard(across)">
                                      <p:cBhvr additive="repl">
                                        <p:cTn id="37" dur="500"/>
                                        <p:tgtEl>
                                          <p:spTgt spid="31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09"/>
                                        </p:tgtEl>
                                        <p:attrNameLst>
                                          <p:attrName>style.visibility</p:attrName>
                                        </p:attrNameLst>
                                      </p:cBhvr>
                                      <p:to>
                                        <p:strVal val="visible"/>
                                      </p:to>
                                    </p:set>
                                    <p:animEffect transition="in" filter="checkerboard(across)">
                                      <p:cBhvr additive="repl">
                                        <p:cTn id="42" dur="500"/>
                                        <p:tgtEl>
                                          <p:spTgt spid="309"/>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311"/>
                                        </p:tgtEl>
                                        <p:attrNameLst>
                                          <p:attrName>style.visibility</p:attrName>
                                        </p:attrNameLst>
                                      </p:cBhvr>
                                      <p:to>
                                        <p:strVal val="visible"/>
                                      </p:to>
                                    </p:set>
                                    <p:animEffect transition="in" filter="checkerboard(across)">
                                      <p:cBhvr additive="repl">
                                        <p:cTn id="47" dur="500"/>
                                        <p:tgtEl>
                                          <p:spTgt spid="31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fill="hold" nodeType="clickEffect">
                                  <p:stCondLst>
                                    <p:cond delay="0"/>
                                  </p:stCondLst>
                                  <p:childTnLst>
                                    <p:set>
                                      <p:cBhvr>
                                        <p:cTn id="51" dur="1" fill="hold">
                                          <p:stCondLst>
                                            <p:cond delay="0"/>
                                          </p:stCondLst>
                                        </p:cTn>
                                        <p:tgtEl>
                                          <p:spTgt spid="304"/>
                                        </p:tgtEl>
                                        <p:attrNameLst>
                                          <p:attrName>style.visibility</p:attrName>
                                        </p:attrNameLst>
                                      </p:cBhvr>
                                      <p:to>
                                        <p:strVal val="visible"/>
                                      </p:to>
                                    </p:set>
                                    <p:animEffect transition="in" filter="fade">
                                      <p:cBhvr additive="repl">
                                        <p:cTn id="52" dur="2000"/>
                                        <p:tgtEl>
                                          <p:spTgt spid="304"/>
                                        </p:tgtEl>
                                      </p:cBhvr>
                                    </p:animEffect>
                                  </p:childTnLst>
                                </p:cTn>
                              </p:par>
                              <p:par>
                                <p:cTn id="53" presetID="10" presetClass="entr" fill="hold" nodeType="withEffect">
                                  <p:stCondLst>
                                    <p:cond delay="0"/>
                                  </p:stCondLst>
                                  <p:childTnLst>
                                    <p:set>
                                      <p:cBhvr>
                                        <p:cTn id="54" dur="1" fill="hold">
                                          <p:stCondLst>
                                            <p:cond delay="0"/>
                                          </p:stCondLst>
                                        </p:cTn>
                                        <p:tgtEl>
                                          <p:spTgt spid="300">
                                            <p:txEl>
                                              <p:pRg st="1" end="1"/>
                                            </p:txEl>
                                          </p:spTgt>
                                        </p:tgtEl>
                                        <p:attrNameLst>
                                          <p:attrName>style.visibility</p:attrName>
                                        </p:attrNameLst>
                                      </p:cBhvr>
                                      <p:to>
                                        <p:strVal val="visible"/>
                                      </p:to>
                                    </p:set>
                                    <p:animEffect transition="in" filter="fade">
                                      <p:cBhvr additive="repl">
                                        <p:cTn id="55" dur="2000"/>
                                        <p:tgtEl>
                                          <p:spTgt spid="300">
                                            <p:txEl>
                                              <p:pRg st="1" end="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fill="hold" nodeType="clickEffect">
                                  <p:stCondLst>
                                    <p:cond delay="0"/>
                                  </p:stCondLst>
                                  <p:childTnLst>
                                    <p:set>
                                      <p:cBhvr>
                                        <p:cTn id="59" dur="1" fill="hold">
                                          <p:stCondLst>
                                            <p:cond delay="0"/>
                                          </p:stCondLst>
                                        </p:cTn>
                                        <p:tgtEl>
                                          <p:spTgt spid="305"/>
                                        </p:tgtEl>
                                        <p:attrNameLst>
                                          <p:attrName>style.visibility</p:attrName>
                                        </p:attrNameLst>
                                      </p:cBhvr>
                                      <p:to>
                                        <p:strVal val="visible"/>
                                      </p:to>
                                    </p:set>
                                    <p:animEffect transition="in" filter="fade">
                                      <p:cBhvr additive="repl">
                                        <p:cTn id="60" dur="2000"/>
                                        <p:tgtEl>
                                          <p:spTgt spid="305"/>
                                        </p:tgtEl>
                                      </p:cBhvr>
                                    </p:animEffect>
                                  </p:childTnLst>
                                </p:cTn>
                              </p:par>
                              <p:par>
                                <p:cTn id="61" presetID="10" presetClass="entr" fill="hold" nodeType="withEffect">
                                  <p:stCondLst>
                                    <p:cond delay="0"/>
                                  </p:stCondLst>
                                  <p:childTnLst>
                                    <p:set>
                                      <p:cBhvr>
                                        <p:cTn id="62" dur="1" fill="hold">
                                          <p:stCondLst>
                                            <p:cond delay="0"/>
                                          </p:stCondLst>
                                        </p:cTn>
                                        <p:tgtEl>
                                          <p:spTgt spid="300">
                                            <p:txEl>
                                              <p:pRg st="2" end="2"/>
                                            </p:txEl>
                                          </p:spTgt>
                                        </p:tgtEl>
                                        <p:attrNameLst>
                                          <p:attrName>style.visibility</p:attrName>
                                        </p:attrNameLst>
                                      </p:cBhvr>
                                      <p:to>
                                        <p:strVal val="visible"/>
                                      </p:to>
                                    </p:set>
                                    <p:animEffect transition="in" filter="fade">
                                      <p:cBhvr additive="repl">
                                        <p:cTn id="63" dur="2000"/>
                                        <p:tgtEl>
                                          <p:spTgt spid="300">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nodeType="clickEffect">
                                  <p:stCondLst>
                                    <p:cond delay="0"/>
                                  </p:stCondLst>
                                  <p:childTnLst>
                                    <p:set>
                                      <p:cBhvr>
                                        <p:cTn id="67" dur="1" fill="hold">
                                          <p:stCondLst>
                                            <p:cond delay="0"/>
                                          </p:stCondLst>
                                        </p:cTn>
                                        <p:tgtEl>
                                          <p:spTgt spid="302"/>
                                        </p:tgtEl>
                                        <p:attrNameLst>
                                          <p:attrName>style.visibility</p:attrName>
                                        </p:attrNameLst>
                                      </p:cBhvr>
                                      <p:to>
                                        <p:strVal val="visible"/>
                                      </p:to>
                                    </p:set>
                                    <p:animEffect transition="in" filter="checkerboard(across)">
                                      <p:cBhvr additive="repl">
                                        <p:cTn id="68" dur="500"/>
                                        <p:tgtEl>
                                          <p:spTgt spid="302"/>
                                        </p:tgtEl>
                                      </p:cBhvr>
                                    </p:animEffect>
                                  </p:childTnLst>
                                </p:cTn>
                              </p:par>
                              <p:par>
                                <p:cTn id="69" presetID="5" presetClass="entr" presetSubtype="10" fill="hold" nodeType="withEffect">
                                  <p:stCondLst>
                                    <p:cond delay="0"/>
                                  </p:stCondLst>
                                  <p:childTnLst>
                                    <p:set>
                                      <p:cBhvr>
                                        <p:cTn id="70" dur="1" fill="hold">
                                          <p:stCondLst>
                                            <p:cond delay="0"/>
                                          </p:stCondLst>
                                        </p:cTn>
                                        <p:tgtEl>
                                          <p:spTgt spid="303"/>
                                        </p:tgtEl>
                                        <p:attrNameLst>
                                          <p:attrName>style.visibility</p:attrName>
                                        </p:attrNameLst>
                                      </p:cBhvr>
                                      <p:to>
                                        <p:strVal val="visible"/>
                                      </p:to>
                                    </p:set>
                                    <p:animEffect transition="in" filter="checkerboard(across)">
                                      <p:cBhvr additive="repl">
                                        <p:cTn id="71" dur="500"/>
                                        <p:tgtEl>
                                          <p:spTgt spid="303"/>
                                        </p:tgtEl>
                                      </p:cBhvr>
                                    </p:animEffect>
                                  </p:childTnLst>
                                </p:cTn>
                              </p:par>
                            </p:childTnLst>
                          </p:cTn>
                        </p:par>
                        <p:par>
                          <p:cTn id="72" fill="hold">
                            <p:stCondLst>
                              <p:cond delay="500"/>
                            </p:stCondLst>
                            <p:childTnLst>
                              <p:par>
                                <p:cTn id="73" presetID="10" presetClass="entr" fill="hold" nodeType="afterEffect">
                                  <p:stCondLst>
                                    <p:cond delay="0"/>
                                  </p:stCondLst>
                                  <p:childTnLst>
                                    <p:set>
                                      <p:cBhvr>
                                        <p:cTn id="74" dur="1" fill="hold">
                                          <p:stCondLst>
                                            <p:cond delay="0"/>
                                          </p:stCondLst>
                                        </p:cTn>
                                        <p:tgtEl>
                                          <p:spTgt spid="300">
                                            <p:txEl>
                                              <p:pRg st="3" end="3"/>
                                            </p:txEl>
                                          </p:spTgt>
                                        </p:tgtEl>
                                        <p:attrNameLst>
                                          <p:attrName>style.visibility</p:attrName>
                                        </p:attrNameLst>
                                      </p:cBhvr>
                                      <p:to>
                                        <p:strVal val="visible"/>
                                      </p:to>
                                    </p:set>
                                    <p:animEffect transition="in" filter="fade">
                                      <p:cBhvr additive="repl">
                                        <p:cTn id="75" dur="2000"/>
                                        <p:tgtEl>
                                          <p:spTgt spid="300">
                                            <p:txEl>
                                              <p:pRg st="3" end="3"/>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5" presetClass="entr" presetSubtype="10" fill="hold" nodeType="clickEffect">
                                  <p:stCondLst>
                                    <p:cond delay="0"/>
                                  </p:stCondLst>
                                  <p:childTnLst>
                                    <p:set>
                                      <p:cBhvr>
                                        <p:cTn id="79" dur="1" fill="hold">
                                          <p:stCondLst>
                                            <p:cond delay="0"/>
                                          </p:stCondLst>
                                        </p:cTn>
                                        <p:tgtEl>
                                          <p:spTgt spid="306"/>
                                        </p:tgtEl>
                                        <p:attrNameLst>
                                          <p:attrName>style.visibility</p:attrName>
                                        </p:attrNameLst>
                                      </p:cBhvr>
                                      <p:to>
                                        <p:strVal val="visible"/>
                                      </p:to>
                                    </p:set>
                                    <p:animEffect transition="in" filter="checkerboard(across)">
                                      <p:cBhvr additive="repl">
                                        <p:cTn id="80" dur="500"/>
                                        <p:tgtEl>
                                          <p:spTgt spid="306"/>
                                        </p:tgtEl>
                                      </p:cBhvr>
                                    </p:animEffect>
                                  </p:childTnLst>
                                </p:cTn>
                              </p:par>
                              <p:par>
                                <p:cTn id="81" presetID="10" presetClass="entr" fill="hold" nodeType="withEffect">
                                  <p:stCondLst>
                                    <p:cond delay="0"/>
                                  </p:stCondLst>
                                  <p:childTnLst>
                                    <p:set>
                                      <p:cBhvr>
                                        <p:cTn id="82" dur="1" fill="hold">
                                          <p:stCondLst>
                                            <p:cond delay="0"/>
                                          </p:stCondLst>
                                        </p:cTn>
                                        <p:tgtEl>
                                          <p:spTgt spid="307">
                                            <p:txEl>
                                              <p:pRg st="6" end="6"/>
                                            </p:txEl>
                                          </p:spTgt>
                                        </p:tgtEl>
                                        <p:attrNameLst>
                                          <p:attrName>style.visibility</p:attrName>
                                        </p:attrNameLst>
                                      </p:cBhvr>
                                      <p:to>
                                        <p:strVal val="visible"/>
                                      </p:to>
                                    </p:set>
                                    <p:animEffect transition="in" filter="fade">
                                      <p:cBhvr additive="repl">
                                        <p:cTn id="83" dur="2000"/>
                                        <p:tgtEl>
                                          <p:spTgt spid="307">
                                            <p:txEl>
                                              <p:pRg st="6" end="6"/>
                                            </p:txEl>
                                          </p:spTgt>
                                        </p:tgtEl>
                                      </p:cBhvr>
                                    </p:animEffect>
                                  </p:childTnLst>
                                </p:cTn>
                              </p:par>
                            </p:childTnLst>
                          </p:cTn>
                        </p:par>
                        <p:par>
                          <p:cTn id="84" fill="hold">
                            <p:stCondLst>
                              <p:cond delay="2000"/>
                            </p:stCondLst>
                            <p:childTnLst>
                              <p:par>
                                <p:cTn id="85" presetID="10" presetClass="entr" fill="hold" nodeType="afterEffect">
                                  <p:stCondLst>
                                    <p:cond delay="0"/>
                                  </p:stCondLst>
                                  <p:childTnLst>
                                    <p:set>
                                      <p:cBhvr>
                                        <p:cTn id="86" dur="1" fill="hold">
                                          <p:stCondLst>
                                            <p:cond delay="0"/>
                                          </p:stCondLst>
                                        </p:cTn>
                                        <p:tgtEl>
                                          <p:spTgt spid="300">
                                            <p:txEl>
                                              <p:pRg st="7" end="7"/>
                                            </p:txEl>
                                          </p:spTgt>
                                        </p:tgtEl>
                                        <p:attrNameLst>
                                          <p:attrName>style.visibility</p:attrName>
                                        </p:attrNameLst>
                                      </p:cBhvr>
                                      <p:to>
                                        <p:strVal val="visible"/>
                                      </p:to>
                                    </p:set>
                                    <p:animEffect transition="in" filter="fade">
                                      <p:cBhvr additive="repl">
                                        <p:cTn id="87" dur="2000"/>
                                        <p:tgtEl>
                                          <p:spTgt spid="30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p:nvPr>
        </p:nvSpPr>
        <p:spPr>
          <a:xfrm>
            <a:off x="516240" y="1299600"/>
            <a:ext cx="9072360" cy="4134600"/>
          </a:xfrm>
          <a:prstGeom prst="rect">
            <a:avLst/>
          </a:prstGeom>
          <a:noFill/>
          <a:ln w="0">
            <a:noFill/>
          </a:ln>
        </p:spPr>
        <p:txBody>
          <a:bodyPr lIns="90000" tIns="45000" rIns="90000" bIns="45000" anchor="t">
            <a:noAutofit/>
          </a:bodyPr>
          <a:lstStyle/>
          <a:p>
            <a:pPr marL="609480" indent="-609480">
              <a:lnSpc>
                <a:spcPct val="90000"/>
              </a:lnSpc>
              <a:spcBef>
                <a:spcPts val="400"/>
              </a:spcBef>
              <a:buNone/>
              <a:tabLst>
                <a:tab pos="0" algn="l"/>
              </a:tabLst>
            </a:pPr>
            <a:r>
              <a:rPr lang="en-GB" sz="2800" b="0" strike="noStrike" spc="-1">
                <a:solidFill>
                  <a:srgbClr val="000000"/>
                </a:solidFill>
                <a:latin typeface="Lucida Sans Unicode"/>
              </a:rPr>
              <a:t>A complete resolution process is shown as below:</a:t>
            </a:r>
            <a:endParaRPr lang="en-US" sz="2800" b="0" strike="noStrike" spc="-1">
              <a:solidFill>
                <a:srgbClr val="000000"/>
              </a:solidFill>
              <a:latin typeface="Lucida Sans Unicode"/>
            </a:endParaRPr>
          </a:p>
          <a:p>
            <a:pPr marL="609480" indent="-609480">
              <a:lnSpc>
                <a:spcPct val="90000"/>
              </a:lnSpc>
              <a:spcBef>
                <a:spcPts val="400"/>
              </a:spcBef>
              <a:buNone/>
              <a:tabLst>
                <a:tab pos="0" algn="l"/>
              </a:tabLst>
            </a:pPr>
            <a:r>
              <a:rPr lang="en-GB" sz="2800" b="0" strike="noStrike" spc="-1">
                <a:solidFill>
                  <a:srgbClr val="000000"/>
                </a:solidFill>
                <a:latin typeface="Lucida Sans Unicode"/>
              </a:rPr>
              <a:t> </a:t>
            </a:r>
            <a:endParaRPr lang="en-US" sz="2800" b="0" strike="noStrike" spc="-1">
              <a:solidFill>
                <a:srgbClr val="000000"/>
              </a:solidFill>
              <a:latin typeface="Lucida Sans Unicode"/>
            </a:endParaRPr>
          </a:p>
        </p:txBody>
      </p:sp>
      <p:sp>
        <p:nvSpPr>
          <p:cNvPr id="313"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Process</a:t>
            </a:r>
            <a:endParaRPr lang="en-US" sz="4100" b="0" strike="noStrike" spc="-1">
              <a:solidFill>
                <a:srgbClr val="000000"/>
              </a:solidFill>
              <a:latin typeface="Franklin Gothic Medium"/>
            </a:endParaRPr>
          </a:p>
        </p:txBody>
      </p:sp>
      <p:sp>
        <p:nvSpPr>
          <p:cNvPr id="314" name="TextBox 26"/>
          <p:cNvSpPr/>
          <p:nvPr/>
        </p:nvSpPr>
        <p:spPr>
          <a:xfrm>
            <a:off x="1955160" y="1890000"/>
            <a:ext cx="14724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Franklin Gothic Medium"/>
              </a:rPr>
              <a:t>A </a:t>
            </a:r>
            <a:r>
              <a:rPr lang="en-US" sz="2400" b="1" strike="noStrike" spc="-1">
                <a:solidFill>
                  <a:srgbClr val="000000"/>
                </a:solidFill>
                <a:latin typeface="Symbol"/>
              </a:rPr>
              <a:t></a:t>
            </a:r>
            <a:r>
              <a:rPr lang="en-US" sz="2400" b="1" strike="noStrike" spc="-1">
                <a:solidFill>
                  <a:srgbClr val="000000"/>
                </a:solidFill>
                <a:latin typeface="Franklin Gothic Medium"/>
              </a:rPr>
              <a:t> B</a:t>
            </a:r>
            <a:endParaRPr lang="en-GB" sz="2400" b="0" strike="noStrike" spc="-1">
              <a:latin typeface="Arial"/>
            </a:endParaRPr>
          </a:p>
        </p:txBody>
      </p:sp>
      <p:sp>
        <p:nvSpPr>
          <p:cNvPr id="315" name="TextBox 27"/>
          <p:cNvSpPr/>
          <p:nvPr/>
        </p:nvSpPr>
        <p:spPr>
          <a:xfrm>
            <a:off x="3818880" y="1890000"/>
            <a:ext cx="146016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Franklin Gothic Medium"/>
              </a:rPr>
              <a:t>B </a:t>
            </a:r>
            <a:r>
              <a:rPr lang="en-US" sz="2400" b="1" strike="noStrike" spc="-1">
                <a:solidFill>
                  <a:srgbClr val="000000"/>
                </a:solidFill>
                <a:latin typeface="Symbol"/>
              </a:rPr>
              <a:t></a:t>
            </a:r>
            <a:r>
              <a:rPr lang="en-US" sz="2400" b="1" strike="noStrike" spc="-1">
                <a:solidFill>
                  <a:srgbClr val="000000"/>
                </a:solidFill>
                <a:latin typeface="Franklin Gothic Medium"/>
              </a:rPr>
              <a:t> C</a:t>
            </a:r>
            <a:endParaRPr lang="en-GB" sz="2400" b="0" strike="noStrike" spc="-1">
              <a:latin typeface="Arial"/>
            </a:endParaRPr>
          </a:p>
        </p:txBody>
      </p:sp>
      <p:sp>
        <p:nvSpPr>
          <p:cNvPr id="316" name="TextBox 28"/>
          <p:cNvSpPr/>
          <p:nvPr/>
        </p:nvSpPr>
        <p:spPr>
          <a:xfrm>
            <a:off x="4637520" y="3693960"/>
            <a:ext cx="40500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Franklin Gothic Medium"/>
              </a:rPr>
              <a:t>C</a:t>
            </a:r>
            <a:endParaRPr lang="en-GB" sz="2400" b="0" strike="noStrike" spc="-1">
              <a:latin typeface="Arial"/>
            </a:endParaRPr>
          </a:p>
        </p:txBody>
      </p:sp>
      <p:sp>
        <p:nvSpPr>
          <p:cNvPr id="317" name="TextBox 29"/>
          <p:cNvSpPr/>
          <p:nvPr/>
        </p:nvSpPr>
        <p:spPr>
          <a:xfrm>
            <a:off x="5457600" y="2748960"/>
            <a:ext cx="41724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Franklin Gothic Medium"/>
              </a:rPr>
              <a:t>A</a:t>
            </a:r>
            <a:endParaRPr lang="en-GB" sz="2400" b="0" strike="noStrike" spc="-1">
              <a:latin typeface="Arial"/>
            </a:endParaRPr>
          </a:p>
        </p:txBody>
      </p:sp>
      <p:sp>
        <p:nvSpPr>
          <p:cNvPr id="318" name="TextBox 30"/>
          <p:cNvSpPr/>
          <p:nvPr/>
        </p:nvSpPr>
        <p:spPr>
          <a:xfrm>
            <a:off x="3106800" y="2776320"/>
            <a:ext cx="146484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Franklin Gothic Medium"/>
              </a:rPr>
              <a:t>A </a:t>
            </a:r>
            <a:r>
              <a:rPr lang="en-US" sz="2400" b="1" strike="noStrike" spc="-1">
                <a:solidFill>
                  <a:srgbClr val="000000"/>
                </a:solidFill>
                <a:latin typeface="Symbol"/>
              </a:rPr>
              <a:t></a:t>
            </a:r>
            <a:r>
              <a:rPr lang="en-US" sz="2400" b="1" strike="noStrike" spc="-1">
                <a:solidFill>
                  <a:srgbClr val="000000"/>
                </a:solidFill>
                <a:latin typeface="Franklin Gothic Medium"/>
              </a:rPr>
              <a:t> C</a:t>
            </a:r>
            <a:endParaRPr lang="en-GB" sz="2400" b="0" strike="noStrike" spc="-1">
              <a:latin typeface="Arial"/>
            </a:endParaRPr>
          </a:p>
        </p:txBody>
      </p:sp>
      <p:sp>
        <p:nvSpPr>
          <p:cNvPr id="319" name="TextBox 31"/>
          <p:cNvSpPr/>
          <p:nvPr/>
        </p:nvSpPr>
        <p:spPr>
          <a:xfrm>
            <a:off x="6225840" y="3693960"/>
            <a:ext cx="70992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Symbol"/>
              </a:rPr>
              <a:t></a:t>
            </a:r>
            <a:r>
              <a:rPr lang="en-US" sz="2400" b="1" strike="noStrike" spc="-1">
                <a:solidFill>
                  <a:srgbClr val="000000"/>
                </a:solidFill>
                <a:latin typeface="Franklin Gothic Medium"/>
              </a:rPr>
              <a:t>C</a:t>
            </a:r>
            <a:endParaRPr lang="en-GB" sz="2400" b="0" strike="noStrike" spc="-1">
              <a:latin typeface="Arial"/>
            </a:endParaRPr>
          </a:p>
        </p:txBody>
      </p:sp>
      <p:sp>
        <p:nvSpPr>
          <p:cNvPr id="320" name="TextBox 32"/>
          <p:cNvSpPr/>
          <p:nvPr/>
        </p:nvSpPr>
        <p:spPr>
          <a:xfrm>
            <a:off x="5556960" y="4548240"/>
            <a:ext cx="458280" cy="4554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en-US" sz="2400" b="1" strike="noStrike" spc="-1">
                <a:solidFill>
                  <a:srgbClr val="000000"/>
                </a:solidFill>
                <a:latin typeface="Franklin Gothic Medium"/>
              </a:rPr>
              <a:t>[]</a:t>
            </a:r>
            <a:endParaRPr lang="en-GB" sz="2400" b="0" strike="noStrike" spc="-1">
              <a:latin typeface="Arial"/>
            </a:endParaRPr>
          </a:p>
        </p:txBody>
      </p:sp>
      <p:grpSp>
        <p:nvGrpSpPr>
          <p:cNvPr id="321" name="Group 2"/>
          <p:cNvGrpSpPr/>
          <p:nvPr/>
        </p:nvGrpSpPr>
        <p:grpSpPr>
          <a:xfrm>
            <a:off x="2691360" y="2271600"/>
            <a:ext cx="3889440" cy="2276280"/>
            <a:chOff x="2691360" y="2271600"/>
            <a:chExt cx="3889440" cy="2276280"/>
          </a:xfrm>
        </p:grpSpPr>
        <p:grpSp>
          <p:nvGrpSpPr>
            <p:cNvPr id="322" name="Group 3"/>
            <p:cNvGrpSpPr/>
            <p:nvPr/>
          </p:nvGrpSpPr>
          <p:grpSpPr>
            <a:xfrm>
              <a:off x="2691360" y="2271600"/>
              <a:ext cx="3094560" cy="2276280"/>
              <a:chOff x="2691360" y="2271600"/>
              <a:chExt cx="3094560" cy="2276280"/>
            </a:xfrm>
          </p:grpSpPr>
          <p:sp>
            <p:nvSpPr>
              <p:cNvPr id="323" name="Straight Connector 18"/>
              <p:cNvSpPr/>
              <p:nvPr/>
            </p:nvSpPr>
            <p:spPr>
              <a:xfrm>
                <a:off x="2691360" y="2271600"/>
                <a:ext cx="1147680" cy="504360"/>
              </a:xfrm>
              <a:prstGeom prst="line">
                <a:avLst/>
              </a:prstGeom>
              <a:ln w="28575">
                <a:solidFill>
                  <a:srgbClr val="FF0000"/>
                </a:solidFill>
                <a:round/>
              </a:ln>
            </p:spPr>
            <p:style>
              <a:lnRef idx="1">
                <a:schemeClr val="accent1"/>
              </a:lnRef>
              <a:fillRef idx="0">
                <a:schemeClr val="accent1"/>
              </a:fillRef>
              <a:effectRef idx="0">
                <a:schemeClr val="accent1"/>
              </a:effectRef>
              <a:fontRef idx="minor"/>
            </p:style>
          </p:sp>
          <p:sp>
            <p:nvSpPr>
              <p:cNvPr id="324" name="Straight Connector 23"/>
              <p:cNvSpPr/>
              <p:nvPr/>
            </p:nvSpPr>
            <p:spPr>
              <a:xfrm flipV="1">
                <a:off x="3839040" y="2271600"/>
                <a:ext cx="709920" cy="504360"/>
              </a:xfrm>
              <a:prstGeom prst="line">
                <a:avLst/>
              </a:prstGeom>
              <a:ln w="28575">
                <a:solidFill>
                  <a:srgbClr val="FF0000"/>
                </a:solidFill>
                <a:round/>
              </a:ln>
            </p:spPr>
            <p:style>
              <a:lnRef idx="1">
                <a:schemeClr val="accent1"/>
              </a:lnRef>
              <a:fillRef idx="0">
                <a:schemeClr val="accent1"/>
              </a:fillRef>
              <a:effectRef idx="0">
                <a:schemeClr val="accent1"/>
              </a:effectRef>
              <a:fontRef idx="minor"/>
            </p:style>
          </p:sp>
          <p:sp>
            <p:nvSpPr>
              <p:cNvPr id="325" name="Straight Connector 24"/>
              <p:cNvSpPr/>
              <p:nvPr/>
            </p:nvSpPr>
            <p:spPr>
              <a:xfrm>
                <a:off x="3839040" y="3157560"/>
                <a:ext cx="1001160" cy="536040"/>
              </a:xfrm>
              <a:prstGeom prst="line">
                <a:avLst/>
              </a:prstGeom>
              <a:ln w="28575">
                <a:solidFill>
                  <a:srgbClr val="FF0000"/>
                </a:solidFill>
                <a:round/>
              </a:ln>
            </p:spPr>
            <p:style>
              <a:lnRef idx="1">
                <a:schemeClr val="accent1"/>
              </a:lnRef>
              <a:fillRef idx="0">
                <a:schemeClr val="accent1"/>
              </a:fillRef>
              <a:effectRef idx="0">
                <a:schemeClr val="accent1"/>
              </a:effectRef>
              <a:fontRef idx="minor"/>
            </p:style>
          </p:sp>
          <p:sp>
            <p:nvSpPr>
              <p:cNvPr id="326" name="Straight Connector 25"/>
              <p:cNvSpPr/>
              <p:nvPr/>
            </p:nvSpPr>
            <p:spPr>
              <a:xfrm flipV="1">
                <a:off x="4840200" y="3130560"/>
                <a:ext cx="825840" cy="563040"/>
              </a:xfrm>
              <a:prstGeom prst="line">
                <a:avLst/>
              </a:prstGeom>
              <a:ln w="28575">
                <a:solidFill>
                  <a:srgbClr val="FF0000"/>
                </a:solidFill>
                <a:round/>
              </a:ln>
            </p:spPr>
            <p:style>
              <a:lnRef idx="1">
                <a:schemeClr val="accent1"/>
              </a:lnRef>
              <a:fillRef idx="0">
                <a:schemeClr val="accent1"/>
              </a:fillRef>
              <a:effectRef idx="0">
                <a:schemeClr val="accent1"/>
              </a:effectRef>
              <a:fontRef idx="minor"/>
            </p:style>
          </p:sp>
          <p:sp>
            <p:nvSpPr>
              <p:cNvPr id="327" name="Straight Connector 27"/>
              <p:cNvSpPr/>
              <p:nvPr/>
            </p:nvSpPr>
            <p:spPr>
              <a:xfrm>
                <a:off x="4840200" y="4075560"/>
                <a:ext cx="945720" cy="472320"/>
              </a:xfrm>
              <a:prstGeom prst="line">
                <a:avLst/>
              </a:prstGeom>
              <a:ln w="28575">
                <a:solidFill>
                  <a:srgbClr val="FF0000"/>
                </a:solidFill>
                <a:round/>
              </a:ln>
            </p:spPr>
            <p:style>
              <a:lnRef idx="1">
                <a:schemeClr val="accent1"/>
              </a:lnRef>
              <a:fillRef idx="0">
                <a:schemeClr val="accent1"/>
              </a:fillRef>
              <a:effectRef idx="0">
                <a:schemeClr val="accent1"/>
              </a:effectRef>
              <a:fontRef idx="minor"/>
            </p:style>
          </p:sp>
        </p:grpSp>
        <p:sp>
          <p:nvSpPr>
            <p:cNvPr id="328" name="Straight Connector 29"/>
            <p:cNvSpPr/>
            <p:nvPr/>
          </p:nvSpPr>
          <p:spPr>
            <a:xfrm flipV="1">
              <a:off x="5785920" y="4075560"/>
              <a:ext cx="794880" cy="472320"/>
            </a:xfrm>
            <a:prstGeom prst="line">
              <a:avLst/>
            </a:prstGeom>
            <a:ln w="28575">
              <a:solidFill>
                <a:srgbClr val="FF0000"/>
              </a:solidFill>
              <a:round/>
            </a:ln>
          </p:spPr>
          <p:style>
            <a:lnRef idx="1">
              <a:schemeClr val="accent1"/>
            </a:lnRef>
            <a:fillRef idx="0">
              <a:schemeClr val="accent1"/>
            </a:fillRef>
            <a:effectRef idx="0">
              <a:schemeClr val="accent1"/>
            </a:effectRef>
            <a:fontRef idx="minor"/>
          </p:style>
        </p:sp>
      </p:grpSp>
      <p:sp>
        <p:nvSpPr>
          <p:cNvPr id="329" name="Straight Connector 30"/>
          <p:cNvSpPr/>
          <p:nvPr/>
        </p:nvSpPr>
        <p:spPr>
          <a:xfrm flipV="1">
            <a:off x="2913480" y="1949040"/>
            <a:ext cx="393840" cy="295200"/>
          </a:xfrm>
          <a:prstGeom prst="line">
            <a:avLst/>
          </a:prstGeom>
          <a:ln w="38100">
            <a:solidFill>
              <a:srgbClr val="00B0F0"/>
            </a:solidFill>
            <a:round/>
          </a:ln>
        </p:spPr>
        <p:style>
          <a:lnRef idx="1">
            <a:schemeClr val="accent2"/>
          </a:lnRef>
          <a:fillRef idx="0">
            <a:schemeClr val="accent2"/>
          </a:fillRef>
          <a:effectRef idx="0">
            <a:schemeClr val="accent2"/>
          </a:effectRef>
          <a:fontRef idx="minor"/>
        </p:style>
      </p:sp>
      <p:sp>
        <p:nvSpPr>
          <p:cNvPr id="330" name="Straight Connector 31"/>
          <p:cNvSpPr/>
          <p:nvPr/>
        </p:nvSpPr>
        <p:spPr>
          <a:xfrm flipV="1">
            <a:off x="6457320" y="3720960"/>
            <a:ext cx="394200" cy="295200"/>
          </a:xfrm>
          <a:prstGeom prst="line">
            <a:avLst/>
          </a:prstGeom>
          <a:ln w="38100">
            <a:solidFill>
              <a:srgbClr val="00B0F0"/>
            </a:solidFill>
            <a:round/>
          </a:ln>
        </p:spPr>
        <p:style>
          <a:lnRef idx="1">
            <a:schemeClr val="accent2"/>
          </a:lnRef>
          <a:fillRef idx="0">
            <a:schemeClr val="accent2"/>
          </a:fillRef>
          <a:effectRef idx="0">
            <a:schemeClr val="accent2"/>
          </a:effectRef>
          <a:fontRef idx="minor"/>
        </p:style>
      </p:sp>
      <p:sp>
        <p:nvSpPr>
          <p:cNvPr id="331" name="Straight Connector 32"/>
          <p:cNvSpPr/>
          <p:nvPr/>
        </p:nvSpPr>
        <p:spPr>
          <a:xfrm flipV="1">
            <a:off x="4645800" y="3780360"/>
            <a:ext cx="394200" cy="295200"/>
          </a:xfrm>
          <a:prstGeom prst="line">
            <a:avLst/>
          </a:prstGeom>
          <a:ln w="38100">
            <a:solidFill>
              <a:srgbClr val="00B0F0"/>
            </a:solidFill>
            <a:round/>
          </a:ln>
        </p:spPr>
        <p:style>
          <a:lnRef idx="1">
            <a:schemeClr val="accent2"/>
          </a:lnRef>
          <a:fillRef idx="0">
            <a:schemeClr val="accent2"/>
          </a:fillRef>
          <a:effectRef idx="0">
            <a:schemeClr val="accent2"/>
          </a:effectRef>
          <a:fontRef idx="minor"/>
        </p:style>
      </p:sp>
      <p:sp>
        <p:nvSpPr>
          <p:cNvPr id="332" name="Straight Connector 33"/>
          <p:cNvSpPr/>
          <p:nvPr/>
        </p:nvSpPr>
        <p:spPr>
          <a:xfrm flipV="1">
            <a:off x="5433840" y="2775960"/>
            <a:ext cx="393840" cy="295200"/>
          </a:xfrm>
          <a:prstGeom prst="line">
            <a:avLst/>
          </a:prstGeom>
          <a:ln w="38100">
            <a:solidFill>
              <a:srgbClr val="00B0F0"/>
            </a:solidFill>
            <a:round/>
          </a:ln>
        </p:spPr>
        <p:style>
          <a:lnRef idx="1">
            <a:schemeClr val="accent2"/>
          </a:lnRef>
          <a:fillRef idx="0">
            <a:schemeClr val="accent2"/>
          </a:fillRef>
          <a:effectRef idx="0">
            <a:schemeClr val="accent2"/>
          </a:effectRef>
          <a:fontRef idx="minor"/>
        </p:style>
      </p:sp>
      <p:sp>
        <p:nvSpPr>
          <p:cNvPr id="333" name="Straight Connector 41"/>
          <p:cNvSpPr/>
          <p:nvPr/>
        </p:nvSpPr>
        <p:spPr>
          <a:xfrm flipV="1">
            <a:off x="3385800" y="2894040"/>
            <a:ext cx="393840" cy="295200"/>
          </a:xfrm>
          <a:prstGeom prst="line">
            <a:avLst/>
          </a:prstGeom>
          <a:ln w="38100">
            <a:solidFill>
              <a:srgbClr val="00B0F0"/>
            </a:solidFill>
            <a:round/>
          </a:ln>
        </p:spPr>
        <p:style>
          <a:lnRef idx="1">
            <a:schemeClr val="accent2"/>
          </a:lnRef>
          <a:fillRef idx="0">
            <a:schemeClr val="accent2"/>
          </a:fillRef>
          <a:effectRef idx="0">
            <a:schemeClr val="accent2"/>
          </a:effectRef>
          <a:fontRef idx="minor"/>
        </p:style>
      </p:sp>
      <p:sp>
        <p:nvSpPr>
          <p:cNvPr id="334" name="Straight Connector 42"/>
          <p:cNvSpPr/>
          <p:nvPr/>
        </p:nvSpPr>
        <p:spPr>
          <a:xfrm flipV="1">
            <a:off x="4094640" y="1949040"/>
            <a:ext cx="393840" cy="295200"/>
          </a:xfrm>
          <a:prstGeom prst="line">
            <a:avLst/>
          </a:prstGeom>
          <a:ln w="38100">
            <a:solidFill>
              <a:srgbClr val="00B0F0"/>
            </a:solidFill>
            <a:round/>
          </a:ln>
        </p:spPr>
        <p:style>
          <a:lnRef idx="1">
            <a:schemeClr val="accent2"/>
          </a:lnRef>
          <a:fillRef idx="0">
            <a:schemeClr val="accent2"/>
          </a:fillRef>
          <a:effectRef idx="0">
            <a:schemeClr val="accent2"/>
          </a:effectRef>
          <a:fontRef idx="minor"/>
        </p:style>
      </p:sp>
    </p:spTree>
  </p:cSld>
  <p:clrMapOvr>
    <a:masterClrMapping/>
  </p:clrMapOvr>
  <p:transition>
    <p:wip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p:cNvSpPr>
          <p:nvPr>
            <p:ph/>
          </p:nvPr>
        </p:nvSpPr>
        <p:spPr>
          <a:xfrm>
            <a:off x="535320" y="1358280"/>
            <a:ext cx="9072360" cy="3825000"/>
          </a:xfrm>
          <a:prstGeom prst="rect">
            <a:avLst/>
          </a:prstGeom>
          <a:noFill/>
          <a:ln w="0">
            <a:noFill/>
          </a:ln>
        </p:spPr>
        <p:txBody>
          <a:bodyPr lIns="90000" tIns="45000" rIns="90000" bIns="45000" anchor="t">
            <a:noAutofit/>
          </a:bodyPr>
          <a:lstStyle/>
          <a:p>
            <a:pPr marL="465120" indent="-406440">
              <a:lnSpc>
                <a:spcPct val="100000"/>
              </a:lnSpc>
              <a:spcBef>
                <a:spcPts val="400"/>
              </a:spcBef>
              <a:buNone/>
              <a:tabLst>
                <a:tab pos="0" algn="l"/>
              </a:tabLst>
            </a:pPr>
            <a:r>
              <a:rPr lang="en-US" sz="2700" b="0" strike="noStrike" spc="-1">
                <a:solidFill>
                  <a:srgbClr val="000000"/>
                </a:solidFill>
                <a:latin typeface="Lucida Sans Unicode"/>
              </a:rPr>
              <a:t>E.g.:</a:t>
            </a:r>
          </a:p>
          <a:p>
            <a:pPr marL="465120">
              <a:lnSpc>
                <a:spcPct val="100000"/>
              </a:lnSpc>
              <a:spcBef>
                <a:spcPts val="400"/>
              </a:spcBef>
              <a:buNone/>
              <a:tabLst>
                <a:tab pos="0" algn="l"/>
              </a:tabLst>
            </a:pPr>
            <a:r>
              <a:rPr lang="en-US" sz="2800" b="0" strike="noStrike" spc="-1">
                <a:solidFill>
                  <a:srgbClr val="000000"/>
                </a:solidFill>
                <a:latin typeface="Lucida Sans Unicode"/>
              </a:rPr>
              <a:t>All cats are animal. By nature, animal will die. Chico is a cat and therefore, is also an animal. Using resolution, prove that Chico will die.</a:t>
            </a:r>
          </a:p>
          <a:p>
            <a:pPr marL="465120">
              <a:lnSpc>
                <a:spcPct val="100000"/>
              </a:lnSpc>
              <a:spcBef>
                <a:spcPts val="400"/>
              </a:spcBef>
              <a:buNone/>
              <a:tabLst>
                <a:tab pos="0" algn="l"/>
              </a:tabLst>
            </a:pPr>
            <a:endParaRPr lang="en-US" sz="2800" b="0" strike="noStrike" spc="-1">
              <a:solidFill>
                <a:srgbClr val="000000"/>
              </a:solidFill>
              <a:latin typeface="Lucida Sans Unicode"/>
            </a:endParaRPr>
          </a:p>
        </p:txBody>
      </p:sp>
      <p:sp>
        <p:nvSpPr>
          <p:cNvPr id="336" name="PlaceHolder 2"/>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with FOPL example</a:t>
            </a:r>
            <a:endParaRPr lang="en-US" sz="4100" b="0" strike="noStrike" spc="-1">
              <a:solidFill>
                <a:srgbClr val="000000"/>
              </a:solidFill>
              <a:latin typeface="Franklin Gothic Medium"/>
            </a:endParaRPr>
          </a:p>
        </p:txBody>
      </p:sp>
      <p:sp>
        <p:nvSpPr>
          <p:cNvPr id="337" name="TextBox 19"/>
          <p:cNvSpPr/>
          <p:nvPr/>
        </p:nvSpPr>
        <p:spPr>
          <a:xfrm>
            <a:off x="1811160" y="3510000"/>
            <a:ext cx="6615000" cy="1552680"/>
          </a:xfrm>
          <a:prstGeom prst="rect">
            <a:avLst/>
          </a:prstGeom>
          <a:solidFill>
            <a:schemeClr val="accent4">
              <a:lumMod val="20000"/>
              <a:lumOff val="80000"/>
            </a:schemeClr>
          </a:solidFill>
          <a:ln>
            <a:noFill/>
          </a:ln>
          <a:effectLst>
            <a:outerShdw blurRad="50760" dist="37674" dir="18900000" algn="bl" rotWithShape="0">
              <a:srgbClr val="000000">
                <a:alpha val="40000"/>
              </a:srgbClr>
            </a:outerShdw>
          </a:effectLst>
        </p:spPr>
        <p:style>
          <a:lnRef idx="2">
            <a:schemeClr val="accent2"/>
          </a:lnRef>
          <a:fillRef idx="1">
            <a:schemeClr val="lt1"/>
          </a:fillRef>
          <a:effectRef idx="0">
            <a:schemeClr val="accent2"/>
          </a:effectRef>
          <a:fontRef idx="minor"/>
        </p:style>
        <p:txBody>
          <a:bodyPr lIns="90000" tIns="45000" rIns="90000" bIns="45000" anchor="t">
            <a:spAutoFit/>
          </a:bodyPr>
          <a:lstStyle/>
          <a:p>
            <a:pPr marL="814320" indent="-514440">
              <a:lnSpc>
                <a:spcPct val="100000"/>
              </a:lnSpc>
              <a:buClr>
                <a:srgbClr val="000000"/>
              </a:buClr>
              <a:buFont typeface="Lucida Sans Unicode"/>
              <a:buAutoNum type="arabicPeriod"/>
            </a:pPr>
            <a:r>
              <a:rPr lang="en-US" sz="2400" b="0" strike="noStrike" spc="-1">
                <a:solidFill>
                  <a:srgbClr val="000000"/>
                </a:solidFill>
                <a:latin typeface="Symbol"/>
              </a:rPr>
              <a:t></a:t>
            </a:r>
            <a:r>
              <a:rPr lang="en-US" sz="2400" b="0" strike="noStrike" spc="-1">
                <a:solidFill>
                  <a:srgbClr val="000000"/>
                </a:solidFill>
                <a:latin typeface="Lucida Sans Unicode"/>
              </a:rPr>
              <a:t>X cat(X) </a:t>
            </a:r>
            <a:r>
              <a:rPr lang="en-US" sz="2400" b="0" strike="noStrike" spc="-1">
                <a:solidFill>
                  <a:srgbClr val="000000"/>
                </a:solidFill>
                <a:latin typeface="Symbol"/>
              </a:rPr>
              <a:t></a:t>
            </a:r>
            <a:r>
              <a:rPr lang="en-US" sz="2400" b="0" strike="noStrike" spc="-1">
                <a:solidFill>
                  <a:srgbClr val="000000"/>
                </a:solidFill>
                <a:latin typeface="Lucida Sans Unicode"/>
              </a:rPr>
              <a:t> animal(X).</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Symbol"/>
              </a:rPr>
              <a:t></a:t>
            </a:r>
            <a:r>
              <a:rPr lang="en-US" sz="2400" b="0" strike="noStrike" spc="-1">
                <a:solidFill>
                  <a:srgbClr val="000000"/>
                </a:solidFill>
                <a:latin typeface="Lucida Sans Unicode"/>
              </a:rPr>
              <a:t>Y animal(Y) </a:t>
            </a:r>
            <a:r>
              <a:rPr lang="en-US" sz="2400" b="0" strike="noStrike" spc="-1">
                <a:solidFill>
                  <a:srgbClr val="000000"/>
                </a:solidFill>
                <a:latin typeface="Symbol"/>
              </a:rPr>
              <a:t></a:t>
            </a:r>
            <a:r>
              <a:rPr lang="en-US" sz="2400" b="0" strike="noStrike" spc="-1">
                <a:solidFill>
                  <a:srgbClr val="000000"/>
                </a:solidFill>
                <a:latin typeface="Lucida Sans Unicode"/>
              </a:rPr>
              <a:t> will_die(Y).</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Lucida Sans Unicode"/>
              </a:rPr>
              <a:t>cat(chico).</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Lucida Sans Unicode"/>
              </a:rPr>
              <a:t>animal(chico).</a:t>
            </a:r>
            <a:endParaRPr lang="en-GB" sz="2400" b="0" strike="noStrike" spc="-1">
              <a:latin typeface="Arial"/>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37">
                                            <p:txEl>
                                              <p:pRg st="0" end="0"/>
                                            </p:txEl>
                                          </p:spTgt>
                                        </p:tgtEl>
                                        <p:attrNameLst>
                                          <p:attrName>style.visibility</p:attrName>
                                        </p:attrNameLst>
                                      </p:cBhvr>
                                      <p:to>
                                        <p:strVal val="visible"/>
                                      </p:to>
                                    </p:set>
                                    <p:animEffect transition="in" filter="fade">
                                      <p:cBhvr additive="repl">
                                        <p:cTn id="7" dur="2000"/>
                                        <p:tgtEl>
                                          <p:spTgt spid="3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337">
                                            <p:txEl>
                                              <p:pRg st="1" end="1"/>
                                            </p:txEl>
                                          </p:spTgt>
                                        </p:tgtEl>
                                        <p:attrNameLst>
                                          <p:attrName>style.visibility</p:attrName>
                                        </p:attrNameLst>
                                      </p:cBhvr>
                                      <p:to>
                                        <p:strVal val="visible"/>
                                      </p:to>
                                    </p:set>
                                    <p:animEffect transition="in" filter="fade">
                                      <p:cBhvr additive="repl">
                                        <p:cTn id="12" dur="2000"/>
                                        <p:tgtEl>
                                          <p:spTgt spid="3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337">
                                            <p:txEl>
                                              <p:pRg st="2" end="2"/>
                                            </p:txEl>
                                          </p:spTgt>
                                        </p:tgtEl>
                                        <p:attrNameLst>
                                          <p:attrName>style.visibility</p:attrName>
                                        </p:attrNameLst>
                                      </p:cBhvr>
                                      <p:to>
                                        <p:strVal val="visible"/>
                                      </p:to>
                                    </p:set>
                                    <p:animEffect transition="in" filter="fade">
                                      <p:cBhvr additive="repl">
                                        <p:cTn id="17" dur="2000"/>
                                        <p:tgtEl>
                                          <p:spTgt spid="33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337">
                                            <p:txEl>
                                              <p:pRg st="3" end="3"/>
                                            </p:txEl>
                                          </p:spTgt>
                                        </p:tgtEl>
                                        <p:attrNameLst>
                                          <p:attrName>style.visibility</p:attrName>
                                        </p:attrNameLst>
                                      </p:cBhvr>
                                      <p:to>
                                        <p:strVal val="visible"/>
                                      </p:to>
                                    </p:set>
                                    <p:animEffect transition="in" filter="fade">
                                      <p:cBhvr additive="repl">
                                        <p:cTn id="22" dur="2000"/>
                                        <p:tgtEl>
                                          <p:spTgt spid="33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nodeType="clickEffect">
                                  <p:stCondLst>
                                    <p:cond delay="0"/>
                                  </p:stCondLst>
                                  <p:childTnLst>
                                    <p:set>
                                      <p:cBhvr>
                                        <p:cTn id="26" dur="1" fill="hold">
                                          <p:stCondLst>
                                            <p:cond delay="0"/>
                                          </p:stCondLst>
                                        </p:cTn>
                                        <p:tgtEl>
                                          <p:spTgt spid="337"/>
                                        </p:tgtEl>
                                        <p:attrNameLst>
                                          <p:attrName>style.visibility</p:attrName>
                                        </p:attrNameLst>
                                      </p:cBhvr>
                                      <p:to>
                                        <p:strVal val="visible"/>
                                      </p:to>
                                    </p:set>
                                    <p:animEffect transition="in" filter="fade">
                                      <p:cBhvr additive="repl">
                                        <p:cTn id="27" dur="2000"/>
                                        <p:tgtEl>
                                          <p:spTgt spid="337"/>
                                        </p:tgtEl>
                                      </p:cBhvr>
                                    </p:animEffect>
                                  </p:childTnLst>
                                </p:cTn>
                              </p:par>
                              <p:par>
                                <p:cTn id="28" presetID="10" presetClass="entr" fill="hold" nodeType="withEffect">
                                  <p:stCondLst>
                                    <p:cond delay="0"/>
                                  </p:stCondLst>
                                  <p:childTnLst>
                                    <p:set>
                                      <p:cBhvr>
                                        <p:cTn id="29" dur="1" fill="hold">
                                          <p:stCondLst>
                                            <p:cond delay="0"/>
                                          </p:stCondLst>
                                        </p:cTn>
                                        <p:tgtEl>
                                          <p:spTgt spid="337">
                                            <p:txEl>
                                              <p:pRg st="0" end="0"/>
                                            </p:txEl>
                                          </p:spTgt>
                                        </p:tgtEl>
                                        <p:attrNameLst>
                                          <p:attrName>style.visibility</p:attrName>
                                        </p:attrNameLst>
                                      </p:cBhvr>
                                      <p:to>
                                        <p:strVal val="visible"/>
                                      </p:to>
                                    </p:set>
                                    <p:animEffect transition="in" filter="fade">
                                      <p:cBhvr additive="repl">
                                        <p:cTn id="30" dur="2000"/>
                                        <p:tgtEl>
                                          <p:spTgt spid="337">
                                            <p:txEl>
                                              <p:pRg st="0" end="0"/>
                                            </p:txEl>
                                          </p:spTgt>
                                        </p:tgtEl>
                                      </p:cBhvr>
                                    </p:animEffect>
                                  </p:childTnLst>
                                </p:cTn>
                              </p:par>
                              <p:par>
                                <p:cTn id="31" presetID="10" presetClass="entr" fill="hold" nodeType="withEffect">
                                  <p:stCondLst>
                                    <p:cond delay="0"/>
                                  </p:stCondLst>
                                  <p:childTnLst>
                                    <p:set>
                                      <p:cBhvr>
                                        <p:cTn id="32" dur="1" fill="hold">
                                          <p:stCondLst>
                                            <p:cond delay="0"/>
                                          </p:stCondLst>
                                        </p:cTn>
                                        <p:tgtEl>
                                          <p:spTgt spid="337">
                                            <p:txEl>
                                              <p:pRg st="1" end="1"/>
                                            </p:txEl>
                                          </p:spTgt>
                                        </p:tgtEl>
                                        <p:attrNameLst>
                                          <p:attrName>style.visibility</p:attrName>
                                        </p:attrNameLst>
                                      </p:cBhvr>
                                      <p:to>
                                        <p:strVal val="visible"/>
                                      </p:to>
                                    </p:set>
                                    <p:animEffect transition="in" filter="fade">
                                      <p:cBhvr additive="repl">
                                        <p:cTn id="33" dur="2000"/>
                                        <p:tgtEl>
                                          <p:spTgt spid="337">
                                            <p:txEl>
                                              <p:pRg st="1" end="1"/>
                                            </p:txEl>
                                          </p:spTgt>
                                        </p:tgtEl>
                                      </p:cBhvr>
                                    </p:animEffect>
                                  </p:childTnLst>
                                </p:cTn>
                              </p:par>
                              <p:par>
                                <p:cTn id="34" presetID="10" presetClass="entr" fill="hold" nodeType="withEffect">
                                  <p:stCondLst>
                                    <p:cond delay="0"/>
                                  </p:stCondLst>
                                  <p:childTnLst>
                                    <p:set>
                                      <p:cBhvr>
                                        <p:cTn id="35" dur="1" fill="hold">
                                          <p:stCondLst>
                                            <p:cond delay="0"/>
                                          </p:stCondLst>
                                        </p:cTn>
                                        <p:tgtEl>
                                          <p:spTgt spid="337">
                                            <p:txEl>
                                              <p:pRg st="2" end="2"/>
                                            </p:txEl>
                                          </p:spTgt>
                                        </p:tgtEl>
                                        <p:attrNameLst>
                                          <p:attrName>style.visibility</p:attrName>
                                        </p:attrNameLst>
                                      </p:cBhvr>
                                      <p:to>
                                        <p:strVal val="visible"/>
                                      </p:to>
                                    </p:set>
                                    <p:animEffect transition="in" filter="fade">
                                      <p:cBhvr additive="repl">
                                        <p:cTn id="36" dur="2000"/>
                                        <p:tgtEl>
                                          <p:spTgt spid="337">
                                            <p:txEl>
                                              <p:pRg st="2" end="2"/>
                                            </p:txEl>
                                          </p:spTgt>
                                        </p:tgtEl>
                                      </p:cBhvr>
                                    </p:animEffect>
                                  </p:childTnLst>
                                </p:cTn>
                              </p:par>
                              <p:par>
                                <p:cTn id="37" presetID="10" presetClass="entr" fill="hold" nodeType="withEffect">
                                  <p:stCondLst>
                                    <p:cond delay="0"/>
                                  </p:stCondLst>
                                  <p:childTnLst>
                                    <p:set>
                                      <p:cBhvr>
                                        <p:cTn id="38" dur="1" fill="hold">
                                          <p:stCondLst>
                                            <p:cond delay="0"/>
                                          </p:stCondLst>
                                        </p:cTn>
                                        <p:tgtEl>
                                          <p:spTgt spid="337">
                                            <p:txEl>
                                              <p:pRg st="3" end="3"/>
                                            </p:txEl>
                                          </p:spTgt>
                                        </p:tgtEl>
                                        <p:attrNameLst>
                                          <p:attrName>style.visibility</p:attrName>
                                        </p:attrNameLst>
                                      </p:cBhvr>
                                      <p:to>
                                        <p:strVal val="visible"/>
                                      </p:to>
                                    </p:set>
                                    <p:animEffect transition="in" filter="fade">
                                      <p:cBhvr additive="repl">
                                        <p:cTn id="39" dur="2000"/>
                                        <p:tgtEl>
                                          <p:spTgt spid="3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with FOPL example</a:t>
            </a:r>
            <a:endParaRPr lang="en-US" sz="4100" b="0" strike="noStrike" spc="-1">
              <a:solidFill>
                <a:srgbClr val="000000"/>
              </a:solidFill>
              <a:latin typeface="Franklin Gothic Medium"/>
            </a:endParaRPr>
          </a:p>
        </p:txBody>
      </p:sp>
      <p:sp>
        <p:nvSpPr>
          <p:cNvPr id="339" name="TextBox 20"/>
          <p:cNvSpPr/>
          <p:nvPr/>
        </p:nvSpPr>
        <p:spPr>
          <a:xfrm>
            <a:off x="277200" y="1366560"/>
            <a:ext cx="7779240" cy="1187640"/>
          </a:xfrm>
          <a:prstGeom prst="rect">
            <a:avLst/>
          </a:prstGeom>
          <a:noFill/>
          <a:ln>
            <a:noFill/>
          </a:ln>
        </p:spPr>
        <p:style>
          <a:lnRef idx="2">
            <a:schemeClr val="accent1"/>
          </a:lnRef>
          <a:fillRef idx="1">
            <a:schemeClr val="lt1"/>
          </a:fillRef>
          <a:effectRef idx="0">
            <a:schemeClr val="accent1"/>
          </a:effectRef>
          <a:fontRef idx="minor"/>
        </p:style>
        <p:txBody>
          <a:bodyPr lIns="90000" tIns="45000" rIns="90000" bIns="45000" anchor="t">
            <a:spAutoFit/>
          </a:bodyPr>
          <a:lstStyle/>
          <a:p>
            <a:pPr marL="814320" indent="-514440">
              <a:lnSpc>
                <a:spcPct val="100000"/>
              </a:lnSpc>
              <a:buNone/>
              <a:tabLst>
                <a:tab pos="0" algn="l"/>
              </a:tabLst>
            </a:pPr>
            <a:endParaRPr lang="en-GB" sz="2400" b="0" strike="noStrike" spc="-1">
              <a:latin typeface="Arial"/>
            </a:endParaRPr>
          </a:p>
          <a:p>
            <a:pPr marL="814320" indent="-514440">
              <a:lnSpc>
                <a:spcPct val="100000"/>
              </a:lnSpc>
              <a:buNone/>
              <a:tabLst>
                <a:tab pos="0" algn="l"/>
              </a:tabLst>
            </a:pPr>
            <a:r>
              <a:rPr lang="en-US" sz="2400" b="0" strike="noStrike" spc="-1">
                <a:solidFill>
                  <a:srgbClr val="000000"/>
                </a:solidFill>
                <a:latin typeface="Symbol"/>
              </a:rPr>
              <a:t></a:t>
            </a:r>
            <a:r>
              <a:rPr lang="en-US" sz="2400" b="0" strike="noStrike" spc="-1">
                <a:solidFill>
                  <a:srgbClr val="000000"/>
                </a:solidFill>
                <a:latin typeface="Lucida Sans Unicode"/>
              </a:rPr>
              <a:t> will_die(chico) becomes </a:t>
            </a:r>
            <a:r>
              <a:rPr lang="en-US" sz="2400" b="0" strike="noStrike" spc="-1">
                <a:solidFill>
                  <a:srgbClr val="000000"/>
                </a:solidFill>
                <a:latin typeface="Symbol"/>
              </a:rPr>
              <a:t></a:t>
            </a:r>
            <a:r>
              <a:rPr lang="en-US" sz="2400" b="0" strike="noStrike" spc="-1">
                <a:solidFill>
                  <a:srgbClr val="000000"/>
                </a:solidFill>
                <a:latin typeface="Lucida Sans Unicode"/>
              </a:rPr>
              <a:t>will_die(chico)</a:t>
            </a:r>
            <a:endParaRPr lang="en-GB" sz="2400" b="0" strike="noStrike" spc="-1">
              <a:latin typeface="Arial"/>
            </a:endParaRPr>
          </a:p>
          <a:p>
            <a:pPr marL="814320" indent="-514440">
              <a:lnSpc>
                <a:spcPct val="100000"/>
              </a:lnSpc>
              <a:buNone/>
              <a:tabLst>
                <a:tab pos="0" algn="l"/>
              </a:tabLst>
            </a:pPr>
            <a:endParaRPr lang="en-GB" sz="2400" b="0" strike="noStrike" spc="-1">
              <a:latin typeface="Arial"/>
            </a:endParaRPr>
          </a:p>
        </p:txBody>
      </p:sp>
      <p:sp>
        <p:nvSpPr>
          <p:cNvPr id="340" name="TextBox 21"/>
          <p:cNvSpPr/>
          <p:nvPr/>
        </p:nvSpPr>
        <p:spPr>
          <a:xfrm>
            <a:off x="1308960" y="2597040"/>
            <a:ext cx="5827320" cy="1614240"/>
          </a:xfrm>
          <a:prstGeom prst="rect">
            <a:avLst/>
          </a:prstGeom>
          <a:solidFill>
            <a:schemeClr val="accent4">
              <a:lumMod val="20000"/>
              <a:lumOff val="80000"/>
            </a:schemeClr>
          </a:solidFill>
          <a:ln>
            <a:noFill/>
          </a:ln>
          <a:effectLst>
            <a:outerShdw blurRad="50760" dist="37674" dir="18900000" algn="bl" rotWithShape="0">
              <a:srgbClr val="000000">
                <a:alpha val="40000"/>
              </a:srgbClr>
            </a:outerShdw>
          </a:effectLst>
        </p:spPr>
        <p:style>
          <a:lnRef idx="2">
            <a:schemeClr val="accent2"/>
          </a:lnRef>
          <a:fillRef idx="1">
            <a:schemeClr val="lt1"/>
          </a:fillRef>
          <a:effectRef idx="0">
            <a:schemeClr val="accent2"/>
          </a:effectRef>
          <a:fontRef idx="minor"/>
        </p:style>
        <p:txBody>
          <a:bodyPr lIns="90000" tIns="45000" rIns="90000" bIns="45000" anchor="t">
            <a:spAutoFit/>
          </a:bodyPr>
          <a:lstStyle/>
          <a:p>
            <a:pPr marL="814320" indent="-514440">
              <a:lnSpc>
                <a:spcPct val="100000"/>
              </a:lnSpc>
              <a:buClr>
                <a:srgbClr val="000000"/>
              </a:buClr>
              <a:buFont typeface="Lucida Sans Unicode"/>
              <a:buAutoNum type="arabicPeriod"/>
            </a:pPr>
            <a:r>
              <a:rPr lang="en-US" sz="2000" b="0" strike="noStrike" spc="-1">
                <a:solidFill>
                  <a:srgbClr val="000000"/>
                </a:solidFill>
                <a:latin typeface="Symbol"/>
              </a:rPr>
              <a:t></a:t>
            </a:r>
            <a:r>
              <a:rPr lang="en-US" sz="2000" b="0" strike="noStrike" spc="-1">
                <a:solidFill>
                  <a:srgbClr val="000000"/>
                </a:solidFill>
                <a:latin typeface="Lucida Sans Unicode"/>
              </a:rPr>
              <a:t>X cat(X) </a:t>
            </a:r>
            <a:r>
              <a:rPr lang="en-US" sz="2000" b="0" strike="noStrike" spc="-1">
                <a:solidFill>
                  <a:srgbClr val="000000"/>
                </a:solidFill>
                <a:latin typeface="Symbol"/>
              </a:rPr>
              <a:t></a:t>
            </a:r>
            <a:r>
              <a:rPr lang="en-US" sz="2000" b="0" strike="noStrike" spc="-1">
                <a:solidFill>
                  <a:srgbClr val="000000"/>
                </a:solidFill>
                <a:latin typeface="Lucida Sans Unicode"/>
              </a:rPr>
              <a:t> animal(X).</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Symbol"/>
              </a:rPr>
              <a:t></a:t>
            </a:r>
            <a:r>
              <a:rPr lang="en-US" sz="2000" b="0" strike="noStrike" spc="-1">
                <a:solidFill>
                  <a:srgbClr val="000000"/>
                </a:solidFill>
                <a:latin typeface="Lucida Sans Unicode"/>
              </a:rPr>
              <a:t>Y animal(Y) </a:t>
            </a:r>
            <a:r>
              <a:rPr lang="en-US" sz="2000" b="0" strike="noStrike" spc="-1">
                <a:solidFill>
                  <a:srgbClr val="000000"/>
                </a:solidFill>
                <a:latin typeface="Symbol"/>
              </a:rPr>
              <a:t></a:t>
            </a:r>
            <a:r>
              <a:rPr lang="en-US" sz="2000" b="0" strike="noStrike" spc="-1">
                <a:solidFill>
                  <a:srgbClr val="000000"/>
                </a:solidFill>
                <a:latin typeface="Lucida Sans Unicode"/>
              </a:rPr>
              <a:t> will_die(Y).</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Lucida Sans Unicode"/>
              </a:rPr>
              <a:t>cat(chico).</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Lucida Sans Unicode"/>
              </a:rPr>
              <a:t>animal(chico).</a:t>
            </a:r>
            <a:endParaRPr lang="en-GB" sz="2000" b="0" strike="noStrike" spc="-1">
              <a:latin typeface="Arial"/>
            </a:endParaRPr>
          </a:p>
          <a:p>
            <a:pPr marL="814320" indent="-514440">
              <a:lnSpc>
                <a:spcPct val="100000"/>
              </a:lnSpc>
              <a:buClr>
                <a:srgbClr val="FF0000"/>
              </a:buClr>
              <a:buFont typeface="Lucida Sans Unicode"/>
              <a:buAutoNum type="arabicPeriod"/>
            </a:pPr>
            <a:r>
              <a:rPr lang="en-US" sz="2000" b="0" strike="noStrike" spc="-1">
                <a:solidFill>
                  <a:srgbClr val="FF0000"/>
                </a:solidFill>
                <a:latin typeface="Symbol"/>
              </a:rPr>
              <a:t></a:t>
            </a:r>
            <a:r>
              <a:rPr lang="en-US" sz="2000" b="0" strike="noStrike" spc="-1">
                <a:solidFill>
                  <a:srgbClr val="FF0000"/>
                </a:solidFill>
                <a:latin typeface="Lucida Sans Unicode"/>
              </a:rPr>
              <a:t>will_die(chico).</a:t>
            </a:r>
            <a:endParaRPr lang="en-GB" sz="2000" b="0" strike="noStrike" spc="-1">
              <a:latin typeface="Arial"/>
            </a:endParaRPr>
          </a:p>
        </p:txBody>
      </p:sp>
      <p:sp>
        <p:nvSpPr>
          <p:cNvPr id="341" name="TextBox 22"/>
          <p:cNvSpPr/>
          <p:nvPr/>
        </p:nvSpPr>
        <p:spPr>
          <a:xfrm>
            <a:off x="594720" y="1287000"/>
            <a:ext cx="85730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B0F0"/>
                </a:solidFill>
                <a:latin typeface="Lucida Sans Unicode"/>
              </a:rPr>
              <a:t>Step 1 – </a:t>
            </a:r>
            <a:r>
              <a:rPr lang="en-US" sz="2000" b="0" strike="noStrike" spc="-1">
                <a:solidFill>
                  <a:srgbClr val="00B0F0"/>
                </a:solidFill>
                <a:latin typeface="Lucida Sans Unicode"/>
              </a:rPr>
              <a:t>negate the goal and add into the list</a:t>
            </a:r>
            <a:endParaRPr lang="en-GB" sz="2000" b="0" strike="noStrike" spc="-1">
              <a:latin typeface="Arial"/>
            </a:endParaRPr>
          </a:p>
        </p:txBody>
      </p:sp>
      <p:sp>
        <p:nvSpPr>
          <p:cNvPr id="342" name="Curved Connector 3"/>
          <p:cNvSpPr/>
          <p:nvPr/>
        </p:nvSpPr>
        <p:spPr>
          <a:xfrm rot="5400000">
            <a:off x="4673160" y="1952280"/>
            <a:ext cx="1607400" cy="1825560"/>
          </a:xfrm>
          <a:prstGeom prst="curvedConnector3">
            <a:avLst>
              <a:gd name="adj1" fmla="val 50000"/>
            </a:avLst>
          </a:prstGeom>
          <a:noFill/>
          <a:ln w="38100">
            <a:solidFill>
              <a:srgbClr val="DA1F28">
                <a:lumMod val="75000"/>
              </a:srgbClr>
            </a:solidFill>
            <a:round/>
            <a:tailEnd type="arrow" w="med" len="med"/>
          </a:ln>
        </p:spPr>
        <p:style>
          <a:lnRef idx="1">
            <a:schemeClr val="accent1"/>
          </a:lnRef>
          <a:fillRef idx="0">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9">
                                            <p:txEl>
                                              <p:pRg st="1" end="1"/>
                                            </p:txEl>
                                          </p:spTgt>
                                        </p:tgtEl>
                                        <p:attrNameLst>
                                          <p:attrName>style.visibility</p:attrName>
                                        </p:attrNameLst>
                                      </p:cBhvr>
                                      <p:to>
                                        <p:strVal val="visible"/>
                                      </p:to>
                                    </p:set>
                                    <p:animEffect transition="in" filter="blinds(horizontal)">
                                      <p:cBhvr additive="repl">
                                        <p:cTn id="7" dur="500"/>
                                        <p:tgtEl>
                                          <p:spTgt spid="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Effect transition="in" filter="wheel(4)">
                                      <p:cBhvr additive="repl">
                                        <p:cTn id="12" dur="2000"/>
                                        <p:tgtEl>
                                          <p:spTgt spid="342"/>
                                        </p:tgtEl>
                                      </p:cBhvr>
                                    </p:animEffect>
                                  </p:childTnLst>
                                </p:cTn>
                              </p:par>
                              <p:par>
                                <p:cTn id="13" presetID="3" presetClass="entr" presetSubtype="10" fill="hold" nodeType="withEffect">
                                  <p:stCondLst>
                                    <p:cond delay="0"/>
                                  </p:stCondLst>
                                  <p:childTnLst>
                                    <p:set>
                                      <p:cBhvr>
                                        <p:cTn id="14" dur="1" fill="hold">
                                          <p:stCondLst>
                                            <p:cond delay="0"/>
                                          </p:stCondLst>
                                        </p:cTn>
                                        <p:tgtEl>
                                          <p:spTgt spid="340"/>
                                        </p:tgtEl>
                                        <p:attrNameLst>
                                          <p:attrName>style.visibility</p:attrName>
                                        </p:attrNameLst>
                                      </p:cBhvr>
                                      <p:to>
                                        <p:strVal val="visible"/>
                                      </p:to>
                                    </p:set>
                                    <p:animEffect transition="in" filter="blinds(horizontal)">
                                      <p:cBhvr additive="repl">
                                        <p:cTn id="15" dur="20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TextBox 23"/>
          <p:cNvSpPr/>
          <p:nvPr/>
        </p:nvSpPr>
        <p:spPr>
          <a:xfrm>
            <a:off x="491040" y="1358640"/>
            <a:ext cx="8835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B0F0"/>
                </a:solidFill>
                <a:latin typeface="Lucida Sans Unicode"/>
              </a:rPr>
              <a:t>Step 2 – </a:t>
            </a:r>
            <a:r>
              <a:rPr lang="en-US" sz="2000" b="0" strike="noStrike" spc="-1">
                <a:solidFill>
                  <a:srgbClr val="00B0F0"/>
                </a:solidFill>
                <a:latin typeface="Lucida Sans Unicode"/>
              </a:rPr>
              <a:t>convert all rules into clausal form</a:t>
            </a:r>
            <a:endParaRPr lang="en-GB" sz="2000" b="0" strike="noStrike" spc="-1">
              <a:latin typeface="Arial"/>
            </a:endParaRPr>
          </a:p>
        </p:txBody>
      </p:sp>
      <p:sp>
        <p:nvSpPr>
          <p:cNvPr id="344" name="PlaceHolder 1"/>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with FOPL example</a:t>
            </a:r>
            <a:endParaRPr lang="en-US" sz="4100" b="0" strike="noStrike" spc="-1">
              <a:solidFill>
                <a:srgbClr val="000000"/>
              </a:solidFill>
              <a:latin typeface="Franklin Gothic Medium"/>
            </a:endParaRPr>
          </a:p>
        </p:txBody>
      </p:sp>
      <p:sp>
        <p:nvSpPr>
          <p:cNvPr id="345" name="TextBox 24"/>
          <p:cNvSpPr/>
          <p:nvPr/>
        </p:nvSpPr>
        <p:spPr>
          <a:xfrm>
            <a:off x="235800" y="1704240"/>
            <a:ext cx="5906520" cy="1918440"/>
          </a:xfrm>
          <a:prstGeom prst="rect">
            <a:avLst/>
          </a:prstGeom>
          <a:solidFill>
            <a:srgbClr val="FFFFFF"/>
          </a:solidFill>
          <a:ln>
            <a:noFill/>
          </a:ln>
        </p:spPr>
        <p:style>
          <a:lnRef idx="2">
            <a:schemeClr val="accent2"/>
          </a:lnRef>
          <a:fillRef idx="1">
            <a:schemeClr val="lt1"/>
          </a:fillRef>
          <a:effectRef idx="0">
            <a:schemeClr val="accent2"/>
          </a:effectRef>
          <a:fontRef idx="minor"/>
        </p:style>
        <p:txBody>
          <a:bodyPr lIns="90000" tIns="45000" rIns="90000" bIns="45000" anchor="t">
            <a:spAutoFit/>
          </a:bodyPr>
          <a:lstStyle/>
          <a:p>
            <a:pPr marL="814320" indent="-514440">
              <a:lnSpc>
                <a:spcPct val="100000"/>
              </a:lnSpc>
              <a:buClr>
                <a:srgbClr val="000000"/>
              </a:buClr>
              <a:buFont typeface="Lucida Sans Unicode"/>
              <a:buAutoNum type="arabicPeriod"/>
            </a:pPr>
            <a:r>
              <a:rPr lang="en-US" sz="2400" b="0" strike="noStrike" spc="-1">
                <a:solidFill>
                  <a:srgbClr val="000000"/>
                </a:solidFill>
                <a:latin typeface="Symbol"/>
              </a:rPr>
              <a:t></a:t>
            </a:r>
            <a:r>
              <a:rPr lang="en-US" sz="2400" b="0" strike="noStrike" spc="-1">
                <a:solidFill>
                  <a:srgbClr val="000000"/>
                </a:solidFill>
                <a:latin typeface="Lucida Sans Unicode"/>
              </a:rPr>
              <a:t>X cat(X) </a:t>
            </a:r>
            <a:r>
              <a:rPr lang="en-US" sz="2400" b="0" strike="noStrike" spc="-1">
                <a:solidFill>
                  <a:srgbClr val="000000"/>
                </a:solidFill>
                <a:latin typeface="Symbol"/>
              </a:rPr>
              <a:t></a:t>
            </a:r>
            <a:r>
              <a:rPr lang="en-US" sz="2400" b="0" strike="noStrike" spc="-1">
                <a:solidFill>
                  <a:srgbClr val="000000"/>
                </a:solidFill>
                <a:latin typeface="Lucida Sans Unicode"/>
              </a:rPr>
              <a:t> animal(X).</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Symbol"/>
              </a:rPr>
              <a:t></a:t>
            </a:r>
            <a:r>
              <a:rPr lang="en-US" sz="2400" b="0" strike="noStrike" spc="-1">
                <a:solidFill>
                  <a:srgbClr val="000000"/>
                </a:solidFill>
                <a:latin typeface="Lucida Sans Unicode"/>
              </a:rPr>
              <a:t>Y animal(Y) </a:t>
            </a:r>
            <a:r>
              <a:rPr lang="en-US" sz="2400" b="0" strike="noStrike" spc="-1">
                <a:solidFill>
                  <a:srgbClr val="000000"/>
                </a:solidFill>
                <a:latin typeface="Symbol"/>
              </a:rPr>
              <a:t></a:t>
            </a:r>
            <a:r>
              <a:rPr lang="en-US" sz="2400" b="0" strike="noStrike" spc="-1">
                <a:solidFill>
                  <a:srgbClr val="000000"/>
                </a:solidFill>
                <a:latin typeface="Lucida Sans Unicode"/>
              </a:rPr>
              <a:t> will_die(Y).</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Lucida Sans Unicode"/>
              </a:rPr>
              <a:t>cat(chico).</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Lucida Sans Unicode"/>
              </a:rPr>
              <a:t>animal(chico).</a:t>
            </a:r>
            <a:endParaRPr lang="en-GB" sz="2400" b="0" strike="noStrike" spc="-1">
              <a:latin typeface="Arial"/>
            </a:endParaRPr>
          </a:p>
          <a:p>
            <a:pPr marL="814320" indent="-514440">
              <a:lnSpc>
                <a:spcPct val="100000"/>
              </a:lnSpc>
              <a:buClr>
                <a:srgbClr val="000000"/>
              </a:buClr>
              <a:buFont typeface="Lucida Sans Unicode"/>
              <a:buAutoNum type="arabicPeriod"/>
            </a:pPr>
            <a:r>
              <a:rPr lang="en-US" sz="2400" b="0" strike="noStrike" spc="-1">
                <a:solidFill>
                  <a:srgbClr val="000000"/>
                </a:solidFill>
                <a:latin typeface="Symbol"/>
              </a:rPr>
              <a:t></a:t>
            </a:r>
            <a:r>
              <a:rPr lang="en-US" sz="2400" b="0" strike="noStrike" spc="-1">
                <a:solidFill>
                  <a:srgbClr val="000000"/>
                </a:solidFill>
                <a:latin typeface="Lucida Sans Unicode"/>
              </a:rPr>
              <a:t>will_die(chico).</a:t>
            </a:r>
            <a:endParaRPr lang="en-GB" sz="2400" b="0" strike="noStrike" spc="-1">
              <a:latin typeface="Arial"/>
            </a:endParaRPr>
          </a:p>
        </p:txBody>
      </p:sp>
      <p:sp>
        <p:nvSpPr>
          <p:cNvPr id="346" name="TextBox 25"/>
          <p:cNvSpPr/>
          <p:nvPr/>
        </p:nvSpPr>
        <p:spPr>
          <a:xfrm>
            <a:off x="3307320" y="3367080"/>
            <a:ext cx="6063840" cy="2224080"/>
          </a:xfrm>
          <a:prstGeom prst="rect">
            <a:avLst/>
          </a:prstGeom>
          <a:gradFill rotWithShape="0">
            <a:gsLst>
              <a:gs pos="0">
                <a:srgbClr val="9FAFD5"/>
              </a:gs>
              <a:gs pos="100000">
                <a:srgbClr val="D0D8EE"/>
              </a:gs>
            </a:gsLst>
            <a:lin ang="16200000"/>
          </a:gradFill>
          <a:ln>
            <a:solidFill>
              <a:srgbClr val="39639D"/>
            </a:solidFill>
            <a:round/>
          </a:ln>
          <a:effectLst>
            <a:outerShdw blurRad="50760" dist="38160" dir="5400000" rotWithShape="0">
              <a:srgbClr val="000000">
                <a:alpha val="35000"/>
              </a:srgbClr>
            </a:outerShdw>
          </a:effectLst>
        </p:spPr>
        <p:style>
          <a:lnRef idx="1">
            <a:schemeClr val="accent4"/>
          </a:lnRef>
          <a:fillRef idx="2">
            <a:schemeClr val="accent4"/>
          </a:fillRef>
          <a:effectRef idx="1">
            <a:schemeClr val="accent4"/>
          </a:effectRef>
          <a:fontRef idx="minor"/>
        </p:style>
        <p:txBody>
          <a:bodyPr lIns="90000" tIns="45000" rIns="90000" bIns="45000" anchor="t">
            <a:spAutoFit/>
          </a:bodyPr>
          <a:lstStyle/>
          <a:p>
            <a:pPr>
              <a:lnSpc>
                <a:spcPct val="100000"/>
              </a:lnSpc>
              <a:buNone/>
            </a:pP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Symbol"/>
              </a:rPr>
              <a:t></a:t>
            </a:r>
            <a:r>
              <a:rPr lang="en-US" sz="2000" b="0" strike="noStrike" spc="-1">
                <a:solidFill>
                  <a:srgbClr val="000000"/>
                </a:solidFill>
                <a:latin typeface="Lucida Sans Unicode"/>
              </a:rPr>
              <a:t>cat(X) </a:t>
            </a:r>
            <a:r>
              <a:rPr lang="en-US" sz="2000" b="0" strike="noStrike" spc="-1">
                <a:solidFill>
                  <a:srgbClr val="000000"/>
                </a:solidFill>
                <a:latin typeface="Symbol"/>
              </a:rPr>
              <a:t></a:t>
            </a:r>
            <a:r>
              <a:rPr lang="en-US" sz="2000" b="0" strike="noStrike" spc="-1">
                <a:solidFill>
                  <a:srgbClr val="000000"/>
                </a:solidFill>
                <a:latin typeface="Lucida Sans Unicode"/>
              </a:rPr>
              <a:t> animal(X).</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Symbol"/>
              </a:rPr>
              <a:t></a:t>
            </a:r>
            <a:r>
              <a:rPr lang="en-US" sz="2000" b="0" strike="noStrike" spc="-1">
                <a:solidFill>
                  <a:srgbClr val="000000"/>
                </a:solidFill>
                <a:latin typeface="Lucida Sans Unicode"/>
              </a:rPr>
              <a:t>animal(Y) </a:t>
            </a:r>
            <a:r>
              <a:rPr lang="en-US" sz="2000" b="0" strike="noStrike" spc="-1">
                <a:solidFill>
                  <a:srgbClr val="000000"/>
                </a:solidFill>
                <a:latin typeface="Symbol"/>
              </a:rPr>
              <a:t></a:t>
            </a:r>
            <a:r>
              <a:rPr lang="en-US" sz="2000" b="0" strike="noStrike" spc="-1">
                <a:solidFill>
                  <a:srgbClr val="000000"/>
                </a:solidFill>
                <a:latin typeface="Lucida Sans Unicode"/>
              </a:rPr>
              <a:t> will_die(Y).</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Lucida Sans Unicode"/>
              </a:rPr>
              <a:t>cat(chico).</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Lucida Sans Unicode"/>
              </a:rPr>
              <a:t>animal(chico).</a:t>
            </a:r>
            <a:endParaRPr lang="en-GB" sz="2000" b="0" strike="noStrike" spc="-1">
              <a:latin typeface="Arial"/>
            </a:endParaRPr>
          </a:p>
          <a:p>
            <a:pPr marL="814320" indent="-514440">
              <a:lnSpc>
                <a:spcPct val="100000"/>
              </a:lnSpc>
              <a:buClr>
                <a:srgbClr val="000000"/>
              </a:buClr>
              <a:buFont typeface="Lucida Sans Unicode"/>
              <a:buAutoNum type="arabicPeriod"/>
            </a:pPr>
            <a:r>
              <a:rPr lang="en-US" sz="2000" b="0" strike="noStrike" spc="-1">
                <a:solidFill>
                  <a:srgbClr val="000000"/>
                </a:solidFill>
                <a:latin typeface="Symbol"/>
              </a:rPr>
              <a:t></a:t>
            </a:r>
            <a:r>
              <a:rPr lang="en-US" sz="2000" b="0" strike="noStrike" spc="-1">
                <a:solidFill>
                  <a:srgbClr val="000000"/>
                </a:solidFill>
                <a:latin typeface="Lucida Sans Unicode"/>
              </a:rPr>
              <a:t>will_die(chico).</a:t>
            </a:r>
            <a:endParaRPr lang="en-GB" sz="2000" b="0" strike="noStrike" spc="-1">
              <a:latin typeface="Arial"/>
            </a:endParaRPr>
          </a:p>
          <a:p>
            <a:pPr marL="814320" indent="-514440">
              <a:lnSpc>
                <a:spcPct val="100000"/>
              </a:lnSpc>
              <a:buNone/>
              <a:tabLst>
                <a:tab pos="0" algn="l"/>
              </a:tabLst>
            </a:pPr>
            <a:endParaRPr lang="en-GB" sz="2000" b="0" strike="noStrike" spc="-1">
              <a:latin typeface="Arial"/>
            </a:endParaRPr>
          </a:p>
        </p:txBody>
      </p:sp>
      <p:sp>
        <p:nvSpPr>
          <p:cNvPr id="347" name="Right Brace 4"/>
          <p:cNvSpPr/>
          <p:nvPr/>
        </p:nvSpPr>
        <p:spPr>
          <a:xfrm>
            <a:off x="5827680" y="1771920"/>
            <a:ext cx="314640" cy="590400"/>
          </a:xfrm>
          <a:prstGeom prst="rightBrace">
            <a:avLst>
              <a:gd name="adj1" fmla="val 8333"/>
              <a:gd name="adj2" fmla="val 50000"/>
            </a:avLst>
          </a:prstGeom>
          <a:noFill/>
          <a:ln w="28575">
            <a:solidFill>
              <a:srgbClr val="92D050"/>
            </a:solidFill>
            <a:round/>
          </a:ln>
        </p:spPr>
        <p:style>
          <a:lnRef idx="1">
            <a:schemeClr val="accent1"/>
          </a:lnRef>
          <a:fillRef idx="0">
            <a:schemeClr val="accent1"/>
          </a:fillRef>
          <a:effectRef idx="0">
            <a:schemeClr val="accent1"/>
          </a:effectRef>
          <a:fontRef idx="minor"/>
        </p:style>
      </p:sp>
      <p:sp>
        <p:nvSpPr>
          <p:cNvPr id="348" name="TextBox 34"/>
          <p:cNvSpPr/>
          <p:nvPr/>
        </p:nvSpPr>
        <p:spPr>
          <a:xfrm>
            <a:off x="6221520" y="1777320"/>
            <a:ext cx="299232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000" b="0" strike="noStrike" spc="-1">
                <a:solidFill>
                  <a:srgbClr val="000000"/>
                </a:solidFill>
                <a:latin typeface="Lucida Sans Unicode"/>
              </a:rPr>
              <a:t>Applying </a:t>
            </a:r>
            <a:endParaRPr lang="en-GB" sz="2000" b="0" strike="noStrike" spc="-1">
              <a:latin typeface="Arial"/>
            </a:endParaRPr>
          </a:p>
          <a:p>
            <a:pPr>
              <a:lnSpc>
                <a:spcPct val="100000"/>
              </a:lnSpc>
              <a:buNone/>
            </a:pPr>
            <a:r>
              <a:rPr lang="en-US" sz="2000" b="1" strike="noStrike" spc="-1">
                <a:solidFill>
                  <a:srgbClr val="FF0000"/>
                </a:solidFill>
                <a:latin typeface="Lucida Sans Unicode"/>
              </a:rPr>
              <a:t>P </a:t>
            </a:r>
            <a:r>
              <a:rPr lang="en-US" sz="2000" b="1" strike="noStrike" spc="-1">
                <a:solidFill>
                  <a:srgbClr val="FF0000"/>
                </a:solidFill>
                <a:latin typeface="Symbol"/>
              </a:rPr>
              <a:t></a:t>
            </a:r>
            <a:r>
              <a:rPr lang="en-US" sz="2000" b="1" strike="noStrike" spc="-1">
                <a:solidFill>
                  <a:srgbClr val="FF0000"/>
                </a:solidFill>
                <a:latin typeface="Lucida Sans Unicode"/>
              </a:rPr>
              <a:t> Q </a:t>
            </a:r>
            <a:r>
              <a:rPr lang="en-US" sz="2000" b="1" strike="noStrike" spc="-1">
                <a:solidFill>
                  <a:srgbClr val="FF0000"/>
                </a:solidFill>
                <a:latin typeface="Symbol"/>
              </a:rPr>
              <a:t></a:t>
            </a:r>
            <a:r>
              <a:rPr lang="en-US" sz="2000" b="1" strike="noStrike" spc="-1">
                <a:solidFill>
                  <a:srgbClr val="FF0000"/>
                </a:solidFill>
                <a:latin typeface="Lucida Sans Unicode"/>
              </a:rPr>
              <a:t> </a:t>
            </a:r>
            <a:r>
              <a:rPr lang="en-US" sz="2000" b="1" strike="noStrike" spc="-1">
                <a:solidFill>
                  <a:srgbClr val="FF0000"/>
                </a:solidFill>
                <a:latin typeface="Symbol"/>
              </a:rPr>
              <a:t></a:t>
            </a:r>
            <a:r>
              <a:rPr lang="en-US" sz="2000" b="1" strike="noStrike" spc="-1">
                <a:solidFill>
                  <a:srgbClr val="FF0000"/>
                </a:solidFill>
                <a:latin typeface="Lucida Sans Unicode"/>
              </a:rPr>
              <a:t>P </a:t>
            </a:r>
            <a:r>
              <a:rPr lang="en-US" sz="2000" b="1" strike="noStrike" spc="-1">
                <a:solidFill>
                  <a:srgbClr val="FF0000"/>
                </a:solidFill>
                <a:latin typeface="Symbol"/>
              </a:rPr>
              <a:t></a:t>
            </a:r>
            <a:r>
              <a:rPr lang="en-US" sz="2000" b="1" strike="noStrike" spc="-1">
                <a:solidFill>
                  <a:srgbClr val="FF0000"/>
                </a:solidFill>
                <a:latin typeface="Lucida Sans Unicode"/>
              </a:rPr>
              <a:t> Q  </a:t>
            </a:r>
            <a:endParaRPr lang="en-GB" sz="2000" b="0" strike="noStrike" spc="-1">
              <a:latin typeface="Arial"/>
            </a:endParaRPr>
          </a:p>
        </p:txBody>
      </p:sp>
      <p:grpSp>
        <p:nvGrpSpPr>
          <p:cNvPr id="349" name="Group 4"/>
          <p:cNvGrpSpPr/>
          <p:nvPr/>
        </p:nvGrpSpPr>
        <p:grpSpPr>
          <a:xfrm>
            <a:off x="4961160" y="1830960"/>
            <a:ext cx="1338840" cy="1831320"/>
            <a:chOff x="4961160" y="1830960"/>
            <a:chExt cx="1338840" cy="1831320"/>
          </a:xfrm>
        </p:grpSpPr>
        <p:sp>
          <p:nvSpPr>
            <p:cNvPr id="350" name="Elbow Connector 7"/>
            <p:cNvSpPr/>
            <p:nvPr/>
          </p:nvSpPr>
          <p:spPr>
            <a:xfrm rot="16200000" flipH="1">
              <a:off x="4833360" y="2195640"/>
              <a:ext cx="1830960" cy="1102320"/>
            </a:xfrm>
            <a:prstGeom prst="bentConnector3">
              <a:avLst>
                <a:gd name="adj1" fmla="val 50000"/>
              </a:avLst>
            </a:prstGeom>
            <a:noFill/>
            <a:ln w="28575">
              <a:solidFill>
                <a:srgbClr val="2DA2BF"/>
              </a:solidFill>
              <a:round/>
              <a:tailEnd type="arrow" w="med" len="med"/>
            </a:ln>
          </p:spPr>
          <p:style>
            <a:lnRef idx="1">
              <a:schemeClr val="accent1"/>
            </a:lnRef>
            <a:fillRef idx="0">
              <a:schemeClr val="accent1"/>
            </a:fillRef>
            <a:effectRef idx="0">
              <a:schemeClr val="accent1"/>
            </a:effectRef>
            <a:fontRef idx="minor"/>
          </p:style>
        </p:sp>
        <p:sp>
          <p:nvSpPr>
            <p:cNvPr id="351" name="Straight Connector 22"/>
            <p:cNvSpPr/>
            <p:nvPr/>
          </p:nvSpPr>
          <p:spPr>
            <a:xfrm flipH="1" flipV="1">
              <a:off x="4961160" y="1830960"/>
              <a:ext cx="236160" cy="1080"/>
            </a:xfrm>
            <a:prstGeom prst="line">
              <a:avLst/>
            </a:prstGeom>
            <a:ln>
              <a:solidFill>
                <a:srgbClr val="2DA2BF"/>
              </a:solidFill>
              <a:round/>
            </a:ln>
          </p:spPr>
          <p:style>
            <a:lnRef idx="1">
              <a:schemeClr val="accent1"/>
            </a:lnRef>
            <a:fillRef idx="0">
              <a:schemeClr val="accent1"/>
            </a:fillRef>
            <a:effectRef idx="0">
              <a:schemeClr val="accent1"/>
            </a:effectRef>
            <a:fontRef idx="minor"/>
          </p:style>
        </p:sp>
      </p:grpSp>
      <p:sp>
        <p:nvSpPr>
          <p:cNvPr id="352" name="Elbow Connector 8"/>
          <p:cNvSpPr/>
          <p:nvPr/>
        </p:nvSpPr>
        <p:spPr>
          <a:xfrm rot="16200000" flipH="1">
            <a:off x="5581800" y="2254320"/>
            <a:ext cx="1594440" cy="1575000"/>
          </a:xfrm>
          <a:prstGeom prst="bentConnector3">
            <a:avLst>
              <a:gd name="adj1" fmla="val 50000"/>
            </a:avLst>
          </a:prstGeom>
          <a:noFill/>
          <a:ln w="28575">
            <a:solidFill>
              <a:srgbClr val="FF0000"/>
            </a:solidFill>
            <a:round/>
            <a:tailEnd type="arrow" w="med" len="med"/>
          </a:ln>
        </p:spPr>
        <p:style>
          <a:lnRef idx="1">
            <a:schemeClr val="accent1"/>
          </a:lnRef>
          <a:fillRef idx="0">
            <a:schemeClr val="accent1"/>
          </a:fillRef>
          <a:effectRef idx="0">
            <a:schemeClr val="accent1"/>
          </a:effectRef>
          <a:fontRef idx="minor"/>
        </p:style>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blinds(horizontal)">
                                      <p:cBhvr additive="repl">
                                        <p:cTn id="7" dur="2000"/>
                                        <p:tgtEl>
                                          <p:spTgt spid="347"/>
                                        </p:tgtEl>
                                      </p:cBhvr>
                                    </p:animEffect>
                                  </p:childTnLst>
                                </p:cTn>
                              </p:par>
                              <p:par>
                                <p:cTn id="8" presetID="2" presetClass="entr" presetSubtype="2" fill="hold" nodeType="withEffect">
                                  <p:stCondLst>
                                    <p:cond delay="0"/>
                                  </p:stCondLst>
                                  <p:childTnLst>
                                    <p:set>
                                      <p:cBhvr>
                                        <p:cTn id="9" dur="1" fill="hold">
                                          <p:stCondLst>
                                            <p:cond delay="0"/>
                                          </p:stCondLst>
                                        </p:cTn>
                                        <p:tgtEl>
                                          <p:spTgt spid="348"/>
                                        </p:tgtEl>
                                        <p:attrNameLst>
                                          <p:attrName>style.visibility</p:attrName>
                                        </p:attrNameLst>
                                      </p:cBhvr>
                                      <p:to>
                                        <p:strVal val="visible"/>
                                      </p:to>
                                    </p:set>
                                    <p:anim calcmode="lin" valueType="num">
                                      <p:cBhvr additive="repl">
                                        <p:cTn id="10" dur="2000" fill="hold"/>
                                        <p:tgtEl>
                                          <p:spTgt spid="348"/>
                                        </p:tgtEl>
                                        <p:attrNameLst>
                                          <p:attrName>ppt_x</p:attrName>
                                        </p:attrNameLst>
                                      </p:cBhvr>
                                      <p:tavLst>
                                        <p:tav tm="0">
                                          <p:val>
                                            <p:strVal val="1+#ppt_w/2"/>
                                          </p:val>
                                        </p:tav>
                                        <p:tav tm="100000">
                                          <p:val>
                                            <p:strVal val="#ppt_x"/>
                                          </p:val>
                                        </p:tav>
                                      </p:tavLst>
                                    </p:anim>
                                    <p:anim calcmode="lin" valueType="num">
                                      <p:cBhvr additive="repl">
                                        <p:cTn id="11" dur="2000" fill="hold"/>
                                        <p:tgtEl>
                                          <p:spTgt spid="348"/>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8" presetClass="entr" presetSubtype="32" fill="hold" nodeType="clickEffect">
                                  <p:stCondLst>
                                    <p:cond delay="0"/>
                                  </p:stCondLst>
                                  <p:childTnLst>
                                    <p:set>
                                      <p:cBhvr>
                                        <p:cTn id="15" dur="1" fill="hold">
                                          <p:stCondLst>
                                            <p:cond delay="0"/>
                                          </p:stCondLst>
                                        </p:cTn>
                                        <p:tgtEl>
                                          <p:spTgt spid="349"/>
                                        </p:tgtEl>
                                        <p:attrNameLst>
                                          <p:attrName>style.visibility</p:attrName>
                                        </p:attrNameLst>
                                      </p:cBhvr>
                                      <p:to>
                                        <p:strVal val="visible"/>
                                      </p:to>
                                    </p:set>
                                    <p:animEffect transition="in" filter="diamond(out)">
                                      <p:cBhvr additive="repl">
                                        <p:cTn id="16" dur="2000"/>
                                        <p:tgtEl>
                                          <p:spTgt spid="349"/>
                                        </p:tgtEl>
                                      </p:cBhvr>
                                    </p:animEffect>
                                  </p:childTnLst>
                                </p:cTn>
                              </p:par>
                              <p:par>
                                <p:cTn id="17" presetID="8" presetClass="entr" presetSubtype="32" fill="hold" nodeType="withEffect">
                                  <p:stCondLst>
                                    <p:cond delay="0"/>
                                  </p:stCondLst>
                                  <p:childTnLst>
                                    <p:set>
                                      <p:cBhvr>
                                        <p:cTn id="18" dur="1" fill="hold">
                                          <p:stCondLst>
                                            <p:cond delay="0"/>
                                          </p:stCondLst>
                                        </p:cTn>
                                        <p:tgtEl>
                                          <p:spTgt spid="352"/>
                                        </p:tgtEl>
                                        <p:attrNameLst>
                                          <p:attrName>style.visibility</p:attrName>
                                        </p:attrNameLst>
                                      </p:cBhvr>
                                      <p:to>
                                        <p:strVal val="visible"/>
                                      </p:to>
                                    </p:set>
                                    <p:animEffect transition="in" filter="diamond(out)">
                                      <p:cBhvr additive="repl">
                                        <p:cTn id="19" dur="2000"/>
                                        <p:tgtEl>
                                          <p:spTgt spid="352"/>
                                        </p:tgtEl>
                                      </p:cBhvr>
                                    </p:animEffect>
                                  </p:childTnLst>
                                </p:cTn>
                              </p:par>
                            </p:childTnLst>
                          </p:cTn>
                        </p:par>
                        <p:par>
                          <p:cTn id="20" fill="hold">
                            <p:stCondLst>
                              <p:cond delay="2000"/>
                            </p:stCondLst>
                            <p:childTnLst>
                              <p:par>
                                <p:cTn id="21" presetID="3" presetClass="entr" presetSubtype="5" fill="hold" nodeType="afterEffect">
                                  <p:stCondLst>
                                    <p:cond delay="0"/>
                                  </p:stCondLst>
                                  <p:childTnLst>
                                    <p:set>
                                      <p:cBhvr>
                                        <p:cTn id="22" dur="1" fill="hold">
                                          <p:stCondLst>
                                            <p:cond delay="0"/>
                                          </p:stCondLst>
                                        </p:cTn>
                                        <p:tgtEl>
                                          <p:spTgt spid="346"/>
                                        </p:tgtEl>
                                        <p:attrNameLst>
                                          <p:attrName>style.visibility</p:attrName>
                                        </p:attrNameLst>
                                      </p:cBhvr>
                                      <p:to>
                                        <p:strVal val="visible"/>
                                      </p:to>
                                    </p:set>
                                    <p:animEffect transition="in" filter="blinds(vertical)">
                                      <p:cBhvr additive="repl">
                                        <p:cTn id="23" dur="3000"/>
                                        <p:tgtEl>
                                          <p:spTgt spid="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504000" y="226800"/>
            <a:ext cx="9072360" cy="945000"/>
          </a:xfrm>
          <a:prstGeom prst="rect">
            <a:avLst/>
          </a:prstGeom>
          <a:noFill/>
          <a:ln w="0">
            <a:noFill/>
          </a:ln>
        </p:spPr>
        <p:txBody>
          <a:bodyPr lIns="90000" tIns="45000" rIns="90000" bIns="45000" anchor="ctr">
            <a:noAutofit/>
          </a:bodyPr>
          <a:lstStyle/>
          <a:p>
            <a:pPr>
              <a:lnSpc>
                <a:spcPct val="100000"/>
              </a:lnSpc>
              <a:buNone/>
            </a:pPr>
            <a:r>
              <a:rPr lang="en-US" sz="4100" b="1" strike="noStrike" spc="-1">
                <a:solidFill>
                  <a:srgbClr val="464646"/>
                </a:solidFill>
                <a:latin typeface="Lucida Sans Unicode"/>
              </a:rPr>
              <a:t>Resolution with FOPL example</a:t>
            </a:r>
            <a:endParaRPr lang="en-US" sz="4100" b="0" strike="noStrike" spc="-1">
              <a:solidFill>
                <a:srgbClr val="000000"/>
              </a:solidFill>
              <a:latin typeface="Franklin Gothic Medium"/>
            </a:endParaRPr>
          </a:p>
        </p:txBody>
      </p:sp>
      <p:sp>
        <p:nvSpPr>
          <p:cNvPr id="354" name="Rectangle 42"/>
          <p:cNvSpPr/>
          <p:nvPr/>
        </p:nvSpPr>
        <p:spPr>
          <a:xfrm>
            <a:off x="5276160" y="5087520"/>
            <a:ext cx="335880" cy="188640"/>
          </a:xfrm>
          <a:prstGeom prst="rect">
            <a:avLst/>
          </a:prstGeom>
          <a:solidFill>
            <a:schemeClr val="tx1"/>
          </a:solidFill>
          <a:ln w="9525">
            <a:solidFill>
              <a:srgbClr val="FFFF00"/>
            </a:solidFill>
            <a:miter/>
          </a:ln>
        </p:spPr>
        <p:style>
          <a:lnRef idx="0">
            <a:scrgbClr r="0" g="0" b="0"/>
          </a:lnRef>
          <a:fillRef idx="0">
            <a:scrgbClr r="0" g="0" b="0"/>
          </a:fillRef>
          <a:effectRef idx="0">
            <a:scrgbClr r="0" g="0" b="0"/>
          </a:effectRef>
          <a:fontRef idx="minor"/>
        </p:style>
      </p:sp>
      <p:sp>
        <p:nvSpPr>
          <p:cNvPr id="355" name="Rectangle 43"/>
          <p:cNvSpPr/>
          <p:nvPr/>
        </p:nvSpPr>
        <p:spPr>
          <a:xfrm>
            <a:off x="4725000" y="2381760"/>
            <a:ext cx="3599640" cy="33300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600" b="0" strike="noStrike" spc="-1">
                <a:solidFill>
                  <a:srgbClr val="FF0000"/>
                </a:solidFill>
                <a:latin typeface="Times New Roman"/>
              </a:rPr>
              <a:t>X/Y </a:t>
            </a:r>
            <a:r>
              <a:rPr lang="en-US" sz="1600" b="0" strike="noStrike" spc="-1">
                <a:solidFill>
                  <a:srgbClr val="000000"/>
                </a:solidFill>
                <a:latin typeface="Times New Roman"/>
              </a:rPr>
              <a:t>(note: </a:t>
            </a:r>
            <a:r>
              <a:rPr lang="en-US" sz="1600" b="0" strike="noStrike" spc="-1">
                <a:solidFill>
                  <a:srgbClr val="FF0000"/>
                </a:solidFill>
                <a:latin typeface="Times New Roman"/>
              </a:rPr>
              <a:t>Y/X </a:t>
            </a:r>
            <a:r>
              <a:rPr lang="en-US" sz="1600" b="0" strike="noStrike" spc="-1">
                <a:solidFill>
                  <a:srgbClr val="000000"/>
                </a:solidFill>
                <a:latin typeface="Times New Roman"/>
              </a:rPr>
              <a:t>is also true)</a:t>
            </a:r>
            <a:endParaRPr lang="en-GB" sz="1600" b="0" strike="noStrike" spc="-1">
              <a:latin typeface="Arial"/>
            </a:endParaRPr>
          </a:p>
        </p:txBody>
      </p:sp>
      <p:sp>
        <p:nvSpPr>
          <p:cNvPr id="356" name="Rectangle 44"/>
          <p:cNvSpPr/>
          <p:nvPr/>
        </p:nvSpPr>
        <p:spPr>
          <a:xfrm>
            <a:off x="5748840" y="3504240"/>
            <a:ext cx="1417320" cy="36396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1800" b="0" strike="noStrike" spc="-1">
                <a:solidFill>
                  <a:srgbClr val="FF0000"/>
                </a:solidFill>
                <a:latin typeface="Times New Roman"/>
              </a:rPr>
              <a:t>Y/chico</a:t>
            </a:r>
            <a:endParaRPr lang="en-GB" sz="1800" b="0" strike="noStrike" spc="-1">
              <a:latin typeface="Arial"/>
            </a:endParaRPr>
          </a:p>
        </p:txBody>
      </p:sp>
      <p:sp>
        <p:nvSpPr>
          <p:cNvPr id="357" name="TextBox 33"/>
          <p:cNvSpPr/>
          <p:nvPr/>
        </p:nvSpPr>
        <p:spPr>
          <a:xfrm>
            <a:off x="551160" y="1941480"/>
            <a:ext cx="4016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Symbol"/>
              </a:rPr>
              <a:t></a:t>
            </a:r>
            <a:r>
              <a:rPr lang="en-US" sz="2400" b="0" strike="noStrike" spc="-1">
                <a:solidFill>
                  <a:srgbClr val="000000"/>
                </a:solidFill>
                <a:latin typeface="Lucida Sans Unicode"/>
              </a:rPr>
              <a:t>cat(X) </a:t>
            </a:r>
            <a:r>
              <a:rPr lang="en-US" sz="2400" b="0" strike="noStrike" spc="-1">
                <a:solidFill>
                  <a:srgbClr val="000000"/>
                </a:solidFill>
                <a:latin typeface="Symbol"/>
              </a:rPr>
              <a:t></a:t>
            </a:r>
            <a:r>
              <a:rPr lang="en-US" sz="2400" b="0" strike="noStrike" spc="-1">
                <a:solidFill>
                  <a:srgbClr val="000000"/>
                </a:solidFill>
                <a:latin typeface="Lucida Sans Unicode"/>
              </a:rPr>
              <a:t> animal(X)</a:t>
            </a:r>
            <a:endParaRPr lang="en-GB" sz="2400" b="0" strike="noStrike" spc="-1">
              <a:latin typeface="Arial"/>
            </a:endParaRPr>
          </a:p>
        </p:txBody>
      </p:sp>
      <p:sp>
        <p:nvSpPr>
          <p:cNvPr id="358" name="TextBox 35"/>
          <p:cNvSpPr/>
          <p:nvPr/>
        </p:nvSpPr>
        <p:spPr>
          <a:xfrm>
            <a:off x="4263120" y="1941480"/>
            <a:ext cx="47145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Symbol"/>
              </a:rPr>
              <a:t></a:t>
            </a:r>
            <a:r>
              <a:rPr lang="en-US" sz="2400" b="0" strike="noStrike" spc="-1">
                <a:solidFill>
                  <a:srgbClr val="000000"/>
                </a:solidFill>
                <a:latin typeface="Lucida Sans Unicode"/>
              </a:rPr>
              <a:t>animal(Y) </a:t>
            </a:r>
            <a:r>
              <a:rPr lang="en-US" sz="2400" b="0" strike="noStrike" spc="-1">
                <a:solidFill>
                  <a:srgbClr val="000000"/>
                </a:solidFill>
                <a:latin typeface="Symbol"/>
              </a:rPr>
              <a:t></a:t>
            </a:r>
            <a:r>
              <a:rPr lang="en-US" sz="2400" b="0" strike="noStrike" spc="-1">
                <a:solidFill>
                  <a:srgbClr val="000000"/>
                </a:solidFill>
                <a:latin typeface="Lucida Sans Unicode"/>
              </a:rPr>
              <a:t> will_die(Y)</a:t>
            </a:r>
            <a:endParaRPr lang="en-GB" sz="2400" b="0" strike="noStrike" spc="-1">
              <a:latin typeface="Arial"/>
            </a:endParaRPr>
          </a:p>
        </p:txBody>
      </p:sp>
      <p:sp>
        <p:nvSpPr>
          <p:cNvPr id="359" name="TextBox 36"/>
          <p:cNvSpPr/>
          <p:nvPr/>
        </p:nvSpPr>
        <p:spPr>
          <a:xfrm>
            <a:off x="1575000" y="3004200"/>
            <a:ext cx="4016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Symbol"/>
              </a:rPr>
              <a:t></a:t>
            </a:r>
            <a:r>
              <a:rPr lang="en-US" sz="2400" b="0" strike="noStrike" spc="-1">
                <a:solidFill>
                  <a:srgbClr val="000000"/>
                </a:solidFill>
                <a:latin typeface="Lucida Sans Unicode"/>
              </a:rPr>
              <a:t>cat(Y) </a:t>
            </a:r>
            <a:r>
              <a:rPr lang="en-US" sz="2400" b="0" strike="noStrike" spc="-1">
                <a:solidFill>
                  <a:srgbClr val="000000"/>
                </a:solidFill>
                <a:latin typeface="Symbol"/>
              </a:rPr>
              <a:t></a:t>
            </a:r>
            <a:r>
              <a:rPr lang="en-US" sz="2400" b="0" strike="noStrike" spc="-1">
                <a:solidFill>
                  <a:srgbClr val="000000"/>
                </a:solidFill>
                <a:latin typeface="Lucida Sans Unicode"/>
              </a:rPr>
              <a:t> will_die(Y)</a:t>
            </a:r>
            <a:endParaRPr lang="en-GB" sz="2400" b="0" strike="noStrike" spc="-1">
              <a:latin typeface="Arial"/>
            </a:endParaRPr>
          </a:p>
        </p:txBody>
      </p:sp>
      <p:sp>
        <p:nvSpPr>
          <p:cNvPr id="360" name="TextBox 37"/>
          <p:cNvSpPr/>
          <p:nvPr/>
        </p:nvSpPr>
        <p:spPr>
          <a:xfrm>
            <a:off x="5355360" y="3004200"/>
            <a:ext cx="2126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Lucida Sans Unicode"/>
              </a:rPr>
              <a:t>cat(chico)</a:t>
            </a:r>
            <a:endParaRPr lang="en-GB" sz="2400" b="0" strike="noStrike" spc="-1">
              <a:latin typeface="Arial"/>
            </a:endParaRPr>
          </a:p>
        </p:txBody>
      </p:sp>
      <p:sp>
        <p:nvSpPr>
          <p:cNvPr id="361" name="TextBox 38"/>
          <p:cNvSpPr/>
          <p:nvPr/>
        </p:nvSpPr>
        <p:spPr>
          <a:xfrm>
            <a:off x="5906520" y="4008600"/>
            <a:ext cx="3228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Symbol"/>
              </a:rPr>
              <a:t></a:t>
            </a:r>
            <a:r>
              <a:rPr lang="en-US" sz="2400" b="0" strike="noStrike" spc="-1">
                <a:solidFill>
                  <a:srgbClr val="000000"/>
                </a:solidFill>
                <a:latin typeface="Lucida Sans Unicode"/>
              </a:rPr>
              <a:t>will_die(chico)</a:t>
            </a:r>
            <a:endParaRPr lang="en-GB" sz="2400" b="0" strike="noStrike" spc="-1">
              <a:latin typeface="Arial"/>
            </a:endParaRPr>
          </a:p>
        </p:txBody>
      </p:sp>
      <p:sp>
        <p:nvSpPr>
          <p:cNvPr id="362" name="TextBox 39"/>
          <p:cNvSpPr/>
          <p:nvPr/>
        </p:nvSpPr>
        <p:spPr>
          <a:xfrm>
            <a:off x="3228840" y="4008600"/>
            <a:ext cx="2520000" cy="456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0000"/>
                </a:solidFill>
                <a:latin typeface="Lucida Sans Unicode"/>
              </a:rPr>
              <a:t>will_die(chico)</a:t>
            </a:r>
            <a:endParaRPr lang="en-GB" sz="2400" b="0" strike="noStrike" spc="-1">
              <a:latin typeface="Arial"/>
            </a:endParaRPr>
          </a:p>
        </p:txBody>
      </p:sp>
      <p:sp>
        <p:nvSpPr>
          <p:cNvPr id="363" name="Straight Connector 26"/>
          <p:cNvSpPr/>
          <p:nvPr/>
        </p:nvSpPr>
        <p:spPr>
          <a:xfrm>
            <a:off x="2559240" y="2322720"/>
            <a:ext cx="1023840" cy="68148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364" name="Straight Connector 28"/>
          <p:cNvSpPr/>
          <p:nvPr/>
        </p:nvSpPr>
        <p:spPr>
          <a:xfrm flipV="1">
            <a:off x="3582720" y="2322720"/>
            <a:ext cx="3037680" cy="68148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365" name="Straight Connector 34"/>
          <p:cNvSpPr/>
          <p:nvPr/>
        </p:nvSpPr>
        <p:spPr>
          <a:xfrm>
            <a:off x="3582720" y="3385800"/>
            <a:ext cx="905760" cy="62244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366" name="Straight Connector 35"/>
          <p:cNvSpPr/>
          <p:nvPr/>
        </p:nvSpPr>
        <p:spPr>
          <a:xfrm flipV="1">
            <a:off x="4488480" y="3385800"/>
            <a:ext cx="1929600" cy="62244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367" name="Straight Connector 36"/>
          <p:cNvSpPr/>
          <p:nvPr/>
        </p:nvSpPr>
        <p:spPr>
          <a:xfrm>
            <a:off x="4488480" y="4390200"/>
            <a:ext cx="955800" cy="69660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368" name="Straight Connector 37"/>
          <p:cNvSpPr/>
          <p:nvPr/>
        </p:nvSpPr>
        <p:spPr>
          <a:xfrm flipV="1">
            <a:off x="5443920" y="4390200"/>
            <a:ext cx="2076480" cy="696600"/>
          </a:xfrm>
          <a:prstGeom prst="line">
            <a:avLst/>
          </a:prstGeom>
          <a:ln>
            <a:solidFill>
              <a:srgbClr val="2DA2BF"/>
            </a:solidFill>
            <a:round/>
          </a:ln>
        </p:spPr>
        <p:style>
          <a:lnRef idx="1">
            <a:schemeClr val="accent1"/>
          </a:lnRef>
          <a:fillRef idx="0">
            <a:schemeClr val="accent1"/>
          </a:fillRef>
          <a:effectRef idx="0">
            <a:schemeClr val="accent1"/>
          </a:effectRef>
          <a:fontRef idx="minor"/>
        </p:style>
      </p:sp>
      <p:sp>
        <p:nvSpPr>
          <p:cNvPr id="369" name="Straight Connector 38"/>
          <p:cNvSpPr/>
          <p:nvPr/>
        </p:nvSpPr>
        <p:spPr>
          <a:xfrm>
            <a:off x="2362320" y="1968480"/>
            <a:ext cx="630000" cy="354240"/>
          </a:xfrm>
          <a:prstGeom prst="line">
            <a:avLst/>
          </a:prstGeom>
          <a:ln w="38100">
            <a:solidFill>
              <a:srgbClr val="92D050"/>
            </a:solidFill>
            <a:round/>
          </a:ln>
        </p:spPr>
        <p:style>
          <a:lnRef idx="1">
            <a:schemeClr val="accent1"/>
          </a:lnRef>
          <a:fillRef idx="0">
            <a:schemeClr val="accent1"/>
          </a:fillRef>
          <a:effectRef idx="0">
            <a:schemeClr val="accent1"/>
          </a:effectRef>
          <a:fontRef idx="minor"/>
        </p:style>
      </p:sp>
      <p:sp>
        <p:nvSpPr>
          <p:cNvPr id="370" name="Straight Connector 39"/>
          <p:cNvSpPr/>
          <p:nvPr/>
        </p:nvSpPr>
        <p:spPr>
          <a:xfrm>
            <a:off x="6457320" y="4035600"/>
            <a:ext cx="630360" cy="354600"/>
          </a:xfrm>
          <a:prstGeom prst="line">
            <a:avLst/>
          </a:prstGeom>
          <a:ln w="38100">
            <a:solidFill>
              <a:srgbClr val="92D050"/>
            </a:solidFill>
            <a:round/>
          </a:ln>
        </p:spPr>
        <p:style>
          <a:lnRef idx="1">
            <a:schemeClr val="accent1"/>
          </a:lnRef>
          <a:fillRef idx="0">
            <a:schemeClr val="accent1"/>
          </a:fillRef>
          <a:effectRef idx="0">
            <a:schemeClr val="accent1"/>
          </a:effectRef>
          <a:fontRef idx="minor"/>
        </p:style>
      </p:sp>
      <p:sp>
        <p:nvSpPr>
          <p:cNvPr id="371" name="Straight Connector 40"/>
          <p:cNvSpPr/>
          <p:nvPr/>
        </p:nvSpPr>
        <p:spPr>
          <a:xfrm>
            <a:off x="3700800" y="4035600"/>
            <a:ext cx="630360" cy="354600"/>
          </a:xfrm>
          <a:prstGeom prst="line">
            <a:avLst/>
          </a:prstGeom>
          <a:ln w="38100">
            <a:solidFill>
              <a:srgbClr val="92D050"/>
            </a:solidFill>
            <a:round/>
          </a:ln>
        </p:spPr>
        <p:style>
          <a:lnRef idx="1">
            <a:schemeClr val="accent1"/>
          </a:lnRef>
          <a:fillRef idx="0">
            <a:schemeClr val="accent1"/>
          </a:fillRef>
          <a:effectRef idx="0">
            <a:schemeClr val="accent1"/>
          </a:effectRef>
          <a:fontRef idx="minor"/>
        </p:style>
      </p:sp>
      <p:sp>
        <p:nvSpPr>
          <p:cNvPr id="372" name="Straight Connector 43"/>
          <p:cNvSpPr/>
          <p:nvPr/>
        </p:nvSpPr>
        <p:spPr>
          <a:xfrm>
            <a:off x="6300000" y="3031560"/>
            <a:ext cx="630000" cy="354240"/>
          </a:xfrm>
          <a:prstGeom prst="line">
            <a:avLst/>
          </a:prstGeom>
          <a:ln w="38100">
            <a:solidFill>
              <a:srgbClr val="92D050"/>
            </a:solidFill>
            <a:round/>
          </a:ln>
        </p:spPr>
        <p:style>
          <a:lnRef idx="1">
            <a:schemeClr val="accent1"/>
          </a:lnRef>
          <a:fillRef idx="0">
            <a:schemeClr val="accent1"/>
          </a:fillRef>
          <a:effectRef idx="0">
            <a:schemeClr val="accent1"/>
          </a:effectRef>
          <a:fontRef idx="minor"/>
        </p:style>
      </p:sp>
      <p:sp>
        <p:nvSpPr>
          <p:cNvPr id="373" name="Straight Connector 44"/>
          <p:cNvSpPr/>
          <p:nvPr/>
        </p:nvSpPr>
        <p:spPr>
          <a:xfrm>
            <a:off x="2125800" y="3031560"/>
            <a:ext cx="630360" cy="354240"/>
          </a:xfrm>
          <a:prstGeom prst="line">
            <a:avLst/>
          </a:prstGeom>
          <a:ln w="38100">
            <a:solidFill>
              <a:srgbClr val="92D050"/>
            </a:solidFill>
            <a:round/>
          </a:ln>
        </p:spPr>
        <p:style>
          <a:lnRef idx="1">
            <a:schemeClr val="accent1"/>
          </a:lnRef>
          <a:fillRef idx="0">
            <a:schemeClr val="accent1"/>
          </a:fillRef>
          <a:effectRef idx="0">
            <a:schemeClr val="accent1"/>
          </a:effectRef>
          <a:fontRef idx="minor"/>
        </p:style>
      </p:sp>
      <p:sp>
        <p:nvSpPr>
          <p:cNvPr id="374" name="Straight Connector 54"/>
          <p:cNvSpPr/>
          <p:nvPr/>
        </p:nvSpPr>
        <p:spPr>
          <a:xfrm>
            <a:off x="4803480" y="1968480"/>
            <a:ext cx="630360" cy="354240"/>
          </a:xfrm>
          <a:prstGeom prst="line">
            <a:avLst/>
          </a:prstGeom>
          <a:ln w="38100">
            <a:solidFill>
              <a:srgbClr val="92D050"/>
            </a:solidFill>
            <a:round/>
          </a:ln>
        </p:spPr>
        <p:style>
          <a:lnRef idx="1">
            <a:schemeClr val="accent1"/>
          </a:lnRef>
          <a:fillRef idx="0">
            <a:schemeClr val="accent1"/>
          </a:fillRef>
          <a:effectRef idx="0">
            <a:schemeClr val="accent1"/>
          </a:effectRef>
          <a:fontRef idx="minor"/>
        </p:style>
      </p:sp>
      <p:sp>
        <p:nvSpPr>
          <p:cNvPr id="375" name="TextBox 40"/>
          <p:cNvSpPr/>
          <p:nvPr/>
        </p:nvSpPr>
        <p:spPr>
          <a:xfrm>
            <a:off x="491040" y="1135800"/>
            <a:ext cx="8835480" cy="82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0" strike="noStrike" spc="-1">
                <a:solidFill>
                  <a:srgbClr val="00B0F0"/>
                </a:solidFill>
                <a:latin typeface="Lucida Sans Unicode"/>
              </a:rPr>
              <a:t>Step 3-5 – </a:t>
            </a:r>
            <a:r>
              <a:rPr lang="en-US" sz="2000" b="0" strike="noStrike" spc="-1">
                <a:solidFill>
                  <a:srgbClr val="00B0F0"/>
                </a:solidFill>
                <a:latin typeface="Lucida Sans Unicode"/>
              </a:rPr>
              <a:t>Produce resolvents, cancel all contradictions until [ ] is obtained.</a:t>
            </a:r>
            <a:r>
              <a:rPr lang="en-US" sz="2400" b="0" strike="noStrike" spc="-1">
                <a:solidFill>
                  <a:srgbClr val="00B0F0"/>
                </a:solidFill>
                <a:latin typeface="Lucida Sans Unicode"/>
              </a:rPr>
              <a:t> </a:t>
            </a:r>
            <a:endParaRPr lang="en-GB" sz="2400" b="0" strike="noStrike" spc="-1">
              <a:latin typeface="Arial"/>
            </a:endParaRPr>
          </a:p>
        </p:txBody>
      </p:sp>
    </p:spTree>
  </p:cSld>
  <p:clrMapOvr>
    <a:masterClrMapping/>
  </p:clrMapOvr>
  <p:transition>
    <p:wip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7"/>
                                        </p:tgtEl>
                                        <p:attrNameLst>
                                          <p:attrName>style.visibility</p:attrName>
                                        </p:attrNameLst>
                                      </p:cBhvr>
                                      <p:to>
                                        <p:strVal val="visible"/>
                                      </p:to>
                                    </p:set>
                                    <p:anim calcmode="lin" valueType="num">
                                      <p:cBhvr additive="repl">
                                        <p:cTn id="7" dur="2000" fill="hold"/>
                                        <p:tgtEl>
                                          <p:spTgt spid="357"/>
                                        </p:tgtEl>
                                        <p:attrNameLst>
                                          <p:attrName>ppt_x</p:attrName>
                                        </p:attrNameLst>
                                      </p:cBhvr>
                                      <p:tavLst>
                                        <p:tav tm="0">
                                          <p:val>
                                            <p:strVal val="0-#ppt_w/2"/>
                                          </p:val>
                                        </p:tav>
                                        <p:tav tm="100000">
                                          <p:val>
                                            <p:strVal val="#ppt_x"/>
                                          </p:val>
                                        </p:tav>
                                      </p:tavLst>
                                    </p:anim>
                                    <p:anim calcmode="lin" valueType="num">
                                      <p:cBhvr additive="repl">
                                        <p:cTn id="8" dur="2000" fill="hold"/>
                                        <p:tgtEl>
                                          <p:spTgt spid="3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58"/>
                                        </p:tgtEl>
                                        <p:attrNameLst>
                                          <p:attrName>style.visibility</p:attrName>
                                        </p:attrNameLst>
                                      </p:cBhvr>
                                      <p:to>
                                        <p:strVal val="visible"/>
                                      </p:to>
                                    </p:set>
                                    <p:anim calcmode="lin" valueType="num">
                                      <p:cBhvr additive="repl">
                                        <p:cTn id="13" dur="2000" fill="hold"/>
                                        <p:tgtEl>
                                          <p:spTgt spid="358"/>
                                        </p:tgtEl>
                                        <p:attrNameLst>
                                          <p:attrName>ppt_x</p:attrName>
                                        </p:attrNameLst>
                                      </p:cBhvr>
                                      <p:tavLst>
                                        <p:tav tm="0">
                                          <p:val>
                                            <p:strVal val="1+#ppt_w/2"/>
                                          </p:val>
                                        </p:tav>
                                        <p:tav tm="100000">
                                          <p:val>
                                            <p:strVal val="#ppt_x"/>
                                          </p:val>
                                        </p:tav>
                                      </p:tavLst>
                                    </p:anim>
                                    <p:anim calcmode="lin" valueType="num">
                                      <p:cBhvr additive="repl">
                                        <p:cTn id="14" dur="2000" fill="hold"/>
                                        <p:tgtEl>
                                          <p:spTgt spid="35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nodeType="clickEffect">
                                  <p:stCondLst>
                                    <p:cond delay="0"/>
                                  </p:stCondLst>
                                  <p:childTnLst>
                                    <p:set>
                                      <p:cBhvr>
                                        <p:cTn id="18" dur="1" fill="hold">
                                          <p:stCondLst>
                                            <p:cond delay="0"/>
                                          </p:stCondLst>
                                        </p:cTn>
                                        <p:tgtEl>
                                          <p:spTgt spid="369"/>
                                        </p:tgtEl>
                                        <p:attrNameLst>
                                          <p:attrName>style.visibility</p:attrName>
                                        </p:attrNameLst>
                                      </p:cBhvr>
                                      <p:to>
                                        <p:strVal val="visible"/>
                                      </p:to>
                                    </p:set>
                                    <p:animEffect transition="in" filter="diamond(in)">
                                      <p:cBhvr additive="repl">
                                        <p:cTn id="19" dur="2000"/>
                                        <p:tgtEl>
                                          <p:spTgt spid="369"/>
                                        </p:tgtEl>
                                      </p:cBhvr>
                                    </p:animEffect>
                                  </p:childTnLst>
                                </p:cTn>
                              </p:par>
                              <p:par>
                                <p:cTn id="20" presetID="8" presetClass="entr" presetSubtype="16" fill="hold" nodeType="withEffect">
                                  <p:stCondLst>
                                    <p:cond delay="0"/>
                                  </p:stCondLst>
                                  <p:childTnLst>
                                    <p:set>
                                      <p:cBhvr>
                                        <p:cTn id="21" dur="1" fill="hold">
                                          <p:stCondLst>
                                            <p:cond delay="0"/>
                                          </p:stCondLst>
                                        </p:cTn>
                                        <p:tgtEl>
                                          <p:spTgt spid="374"/>
                                        </p:tgtEl>
                                        <p:attrNameLst>
                                          <p:attrName>style.visibility</p:attrName>
                                        </p:attrNameLst>
                                      </p:cBhvr>
                                      <p:to>
                                        <p:strVal val="visible"/>
                                      </p:to>
                                    </p:set>
                                    <p:animEffect transition="in" filter="diamond(in)">
                                      <p:cBhvr additive="repl">
                                        <p:cTn id="22" dur="2000"/>
                                        <p:tgtEl>
                                          <p:spTgt spid="374"/>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32" fill="hold" nodeType="clickEffect">
                                  <p:stCondLst>
                                    <p:cond delay="0"/>
                                  </p:stCondLst>
                                  <p:childTnLst>
                                    <p:set>
                                      <p:cBhvr>
                                        <p:cTn id="26" dur="1" fill="hold">
                                          <p:stCondLst>
                                            <p:cond delay="0"/>
                                          </p:stCondLst>
                                        </p:cTn>
                                        <p:tgtEl>
                                          <p:spTgt spid="355"/>
                                        </p:tgtEl>
                                        <p:attrNameLst>
                                          <p:attrName>style.visibility</p:attrName>
                                        </p:attrNameLst>
                                      </p:cBhvr>
                                      <p:to>
                                        <p:strVal val="visible"/>
                                      </p:to>
                                    </p:set>
                                    <p:animEffect transition="in" filter="diamond(out)">
                                      <p:cBhvr additive="repl">
                                        <p:cTn id="27" dur="2000"/>
                                        <p:tgtEl>
                                          <p:spTgt spid="355"/>
                                        </p:tgtEl>
                                      </p:cBhvr>
                                    </p:animEffect>
                                  </p:childTnLst>
                                </p:cTn>
                              </p:par>
                            </p:childTnLst>
                          </p:cTn>
                        </p:par>
                        <p:par>
                          <p:cTn id="28" fill="hold">
                            <p:stCondLst>
                              <p:cond delay="2000"/>
                            </p:stCondLst>
                            <p:childTnLst>
                              <p:par>
                                <p:cTn id="29" presetID="8" presetClass="entr" presetSubtype="16" fill="hold" nodeType="afterEffect">
                                  <p:stCondLst>
                                    <p:cond delay="0"/>
                                  </p:stCondLst>
                                  <p:childTnLst>
                                    <p:set>
                                      <p:cBhvr>
                                        <p:cTn id="30" dur="1" fill="hold">
                                          <p:stCondLst>
                                            <p:cond delay="0"/>
                                          </p:stCondLst>
                                        </p:cTn>
                                        <p:tgtEl>
                                          <p:spTgt spid="363"/>
                                        </p:tgtEl>
                                        <p:attrNameLst>
                                          <p:attrName>style.visibility</p:attrName>
                                        </p:attrNameLst>
                                      </p:cBhvr>
                                      <p:to>
                                        <p:strVal val="visible"/>
                                      </p:to>
                                    </p:set>
                                    <p:animEffect transition="in" filter="diamond(in)">
                                      <p:cBhvr additive="repl">
                                        <p:cTn id="31" dur="2000"/>
                                        <p:tgtEl>
                                          <p:spTgt spid="363"/>
                                        </p:tgtEl>
                                      </p:cBhvr>
                                    </p:animEffect>
                                  </p:childTnLst>
                                </p:cTn>
                              </p:par>
                              <p:par>
                                <p:cTn id="32" presetID="8" presetClass="entr" presetSubtype="16" fill="hold" nodeType="withEffect">
                                  <p:stCondLst>
                                    <p:cond delay="0"/>
                                  </p:stCondLst>
                                  <p:childTnLst>
                                    <p:set>
                                      <p:cBhvr>
                                        <p:cTn id="33" dur="1" fill="hold">
                                          <p:stCondLst>
                                            <p:cond delay="0"/>
                                          </p:stCondLst>
                                        </p:cTn>
                                        <p:tgtEl>
                                          <p:spTgt spid="364"/>
                                        </p:tgtEl>
                                        <p:attrNameLst>
                                          <p:attrName>style.visibility</p:attrName>
                                        </p:attrNameLst>
                                      </p:cBhvr>
                                      <p:to>
                                        <p:strVal val="visible"/>
                                      </p:to>
                                    </p:set>
                                    <p:animEffect transition="in" filter="diamond(in)">
                                      <p:cBhvr additive="repl">
                                        <p:cTn id="34" dur="2000"/>
                                        <p:tgtEl>
                                          <p:spTgt spid="364"/>
                                        </p:tgtEl>
                                      </p:cBhvr>
                                    </p:animEffect>
                                  </p:childTnLst>
                                </p:cTn>
                              </p:par>
                            </p:childTnLst>
                          </p:cTn>
                        </p:par>
                        <p:par>
                          <p:cTn id="35" fill="hold">
                            <p:stCondLst>
                              <p:cond delay="4000"/>
                            </p:stCondLst>
                            <p:childTnLst>
                              <p:par>
                                <p:cTn id="36" presetID="8" presetClass="entr" presetSubtype="16" fill="hold" nodeType="afterEffect">
                                  <p:stCondLst>
                                    <p:cond delay="0"/>
                                  </p:stCondLst>
                                  <p:childTnLst>
                                    <p:set>
                                      <p:cBhvr>
                                        <p:cTn id="37" dur="1" fill="hold">
                                          <p:stCondLst>
                                            <p:cond delay="0"/>
                                          </p:stCondLst>
                                        </p:cTn>
                                        <p:tgtEl>
                                          <p:spTgt spid="359"/>
                                        </p:tgtEl>
                                        <p:attrNameLst>
                                          <p:attrName>style.visibility</p:attrName>
                                        </p:attrNameLst>
                                      </p:cBhvr>
                                      <p:to>
                                        <p:strVal val="visible"/>
                                      </p:to>
                                    </p:set>
                                    <p:animEffect transition="in" filter="diamond(in)">
                                      <p:cBhvr additive="repl">
                                        <p:cTn id="38" dur="2000"/>
                                        <p:tgtEl>
                                          <p:spTgt spid="359"/>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360"/>
                                        </p:tgtEl>
                                        <p:attrNameLst>
                                          <p:attrName>style.visibility</p:attrName>
                                        </p:attrNameLst>
                                      </p:cBhvr>
                                      <p:to>
                                        <p:strVal val="visible"/>
                                      </p:to>
                                    </p:set>
                                    <p:anim calcmode="lin" valueType="num">
                                      <p:cBhvr additive="repl">
                                        <p:cTn id="43" dur="2000" fill="hold"/>
                                        <p:tgtEl>
                                          <p:spTgt spid="360"/>
                                        </p:tgtEl>
                                        <p:attrNameLst>
                                          <p:attrName>ppt_x</p:attrName>
                                        </p:attrNameLst>
                                      </p:cBhvr>
                                      <p:tavLst>
                                        <p:tav tm="0">
                                          <p:val>
                                            <p:strVal val="1+#ppt_w/2"/>
                                          </p:val>
                                        </p:tav>
                                        <p:tav tm="100000">
                                          <p:val>
                                            <p:strVal val="#ppt_x"/>
                                          </p:val>
                                        </p:tav>
                                      </p:tavLst>
                                    </p:anim>
                                    <p:anim calcmode="lin" valueType="num">
                                      <p:cBhvr additive="repl">
                                        <p:cTn id="44" dur="2000" fill="hold"/>
                                        <p:tgtEl>
                                          <p:spTgt spid="36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8" presetClass="entr" presetSubtype="16" fill="hold" nodeType="clickEffect">
                                  <p:stCondLst>
                                    <p:cond delay="0"/>
                                  </p:stCondLst>
                                  <p:childTnLst>
                                    <p:set>
                                      <p:cBhvr>
                                        <p:cTn id="48" dur="1" fill="hold">
                                          <p:stCondLst>
                                            <p:cond delay="0"/>
                                          </p:stCondLst>
                                        </p:cTn>
                                        <p:tgtEl>
                                          <p:spTgt spid="373"/>
                                        </p:tgtEl>
                                        <p:attrNameLst>
                                          <p:attrName>style.visibility</p:attrName>
                                        </p:attrNameLst>
                                      </p:cBhvr>
                                      <p:to>
                                        <p:strVal val="visible"/>
                                      </p:to>
                                    </p:set>
                                    <p:animEffect transition="in" filter="diamond(in)">
                                      <p:cBhvr additive="repl">
                                        <p:cTn id="49" dur="2000"/>
                                        <p:tgtEl>
                                          <p:spTgt spid="373"/>
                                        </p:tgtEl>
                                      </p:cBhvr>
                                    </p:animEffect>
                                  </p:childTnLst>
                                </p:cTn>
                              </p:par>
                              <p:par>
                                <p:cTn id="50" presetID="8" presetClass="entr" presetSubtype="16" fill="hold" nodeType="withEffect">
                                  <p:stCondLst>
                                    <p:cond delay="0"/>
                                  </p:stCondLst>
                                  <p:childTnLst>
                                    <p:set>
                                      <p:cBhvr>
                                        <p:cTn id="51" dur="1" fill="hold">
                                          <p:stCondLst>
                                            <p:cond delay="0"/>
                                          </p:stCondLst>
                                        </p:cTn>
                                        <p:tgtEl>
                                          <p:spTgt spid="372"/>
                                        </p:tgtEl>
                                        <p:attrNameLst>
                                          <p:attrName>style.visibility</p:attrName>
                                        </p:attrNameLst>
                                      </p:cBhvr>
                                      <p:to>
                                        <p:strVal val="visible"/>
                                      </p:to>
                                    </p:set>
                                    <p:animEffect transition="in" filter="diamond(in)">
                                      <p:cBhvr additive="repl">
                                        <p:cTn id="52" dur="2000"/>
                                        <p:tgtEl>
                                          <p:spTgt spid="372"/>
                                        </p:tgtEl>
                                      </p:cBhvr>
                                    </p:animEffect>
                                  </p:childTnLst>
                                </p:cTn>
                              </p:par>
                            </p:childTnLst>
                          </p:cTn>
                        </p:par>
                      </p:childTnLst>
                    </p:cTn>
                  </p:par>
                  <p:par>
                    <p:cTn id="53" fill="hold">
                      <p:stCondLst>
                        <p:cond delay="indefinite"/>
                      </p:stCondLst>
                      <p:childTnLst>
                        <p:par>
                          <p:cTn id="54" fill="hold">
                            <p:stCondLst>
                              <p:cond delay="0"/>
                            </p:stCondLst>
                            <p:childTnLst>
                              <p:par>
                                <p:cTn id="55" presetID="8" presetClass="entr" presetSubtype="32" fill="hold" nodeType="clickEffect">
                                  <p:stCondLst>
                                    <p:cond delay="0"/>
                                  </p:stCondLst>
                                  <p:childTnLst>
                                    <p:set>
                                      <p:cBhvr>
                                        <p:cTn id="56" dur="1" fill="hold">
                                          <p:stCondLst>
                                            <p:cond delay="0"/>
                                          </p:stCondLst>
                                        </p:cTn>
                                        <p:tgtEl>
                                          <p:spTgt spid="356"/>
                                        </p:tgtEl>
                                        <p:attrNameLst>
                                          <p:attrName>style.visibility</p:attrName>
                                        </p:attrNameLst>
                                      </p:cBhvr>
                                      <p:to>
                                        <p:strVal val="visible"/>
                                      </p:to>
                                    </p:set>
                                    <p:animEffect transition="in" filter="diamond(out)">
                                      <p:cBhvr additive="repl">
                                        <p:cTn id="57" dur="2000"/>
                                        <p:tgtEl>
                                          <p:spTgt spid="356"/>
                                        </p:tgtEl>
                                      </p:cBhvr>
                                    </p:animEffect>
                                  </p:childTnLst>
                                </p:cTn>
                              </p:par>
                            </p:childTnLst>
                          </p:cTn>
                        </p:par>
                      </p:childTnLst>
                    </p:cTn>
                  </p:par>
                  <p:par>
                    <p:cTn id="58" fill="hold">
                      <p:stCondLst>
                        <p:cond delay="indefinite"/>
                      </p:stCondLst>
                      <p:childTnLst>
                        <p:par>
                          <p:cTn id="59" fill="hold">
                            <p:stCondLst>
                              <p:cond delay="0"/>
                            </p:stCondLst>
                            <p:childTnLst>
                              <p:par>
                                <p:cTn id="60" presetID="8" presetClass="entr" presetSubtype="16" fill="hold" nodeType="clickEffect">
                                  <p:stCondLst>
                                    <p:cond delay="0"/>
                                  </p:stCondLst>
                                  <p:childTnLst>
                                    <p:set>
                                      <p:cBhvr>
                                        <p:cTn id="61" dur="1" fill="hold">
                                          <p:stCondLst>
                                            <p:cond delay="0"/>
                                          </p:stCondLst>
                                        </p:cTn>
                                        <p:tgtEl>
                                          <p:spTgt spid="365"/>
                                        </p:tgtEl>
                                        <p:attrNameLst>
                                          <p:attrName>style.visibility</p:attrName>
                                        </p:attrNameLst>
                                      </p:cBhvr>
                                      <p:to>
                                        <p:strVal val="visible"/>
                                      </p:to>
                                    </p:set>
                                    <p:animEffect transition="in" filter="diamond(in)">
                                      <p:cBhvr additive="repl">
                                        <p:cTn id="62" dur="2000"/>
                                        <p:tgtEl>
                                          <p:spTgt spid="365"/>
                                        </p:tgtEl>
                                      </p:cBhvr>
                                    </p:animEffect>
                                  </p:childTnLst>
                                </p:cTn>
                              </p:par>
                              <p:par>
                                <p:cTn id="63" presetID="8" presetClass="entr" presetSubtype="16" fill="hold" nodeType="withEffect">
                                  <p:stCondLst>
                                    <p:cond delay="0"/>
                                  </p:stCondLst>
                                  <p:childTnLst>
                                    <p:set>
                                      <p:cBhvr>
                                        <p:cTn id="64" dur="1" fill="hold">
                                          <p:stCondLst>
                                            <p:cond delay="0"/>
                                          </p:stCondLst>
                                        </p:cTn>
                                        <p:tgtEl>
                                          <p:spTgt spid="366"/>
                                        </p:tgtEl>
                                        <p:attrNameLst>
                                          <p:attrName>style.visibility</p:attrName>
                                        </p:attrNameLst>
                                      </p:cBhvr>
                                      <p:to>
                                        <p:strVal val="visible"/>
                                      </p:to>
                                    </p:set>
                                    <p:animEffect transition="in" filter="diamond(in)">
                                      <p:cBhvr additive="repl">
                                        <p:cTn id="65" dur="2000"/>
                                        <p:tgtEl>
                                          <p:spTgt spid="366"/>
                                        </p:tgtEl>
                                      </p:cBhvr>
                                    </p:animEffect>
                                  </p:childTnLst>
                                </p:cTn>
                              </p:par>
                            </p:childTnLst>
                          </p:cTn>
                        </p:par>
                        <p:par>
                          <p:cTn id="66" fill="hold">
                            <p:stCondLst>
                              <p:cond delay="2000"/>
                            </p:stCondLst>
                            <p:childTnLst>
                              <p:par>
                                <p:cTn id="67" presetID="8" presetClass="entr" presetSubtype="16" fill="hold" nodeType="afterEffect">
                                  <p:stCondLst>
                                    <p:cond delay="0"/>
                                  </p:stCondLst>
                                  <p:childTnLst>
                                    <p:set>
                                      <p:cBhvr>
                                        <p:cTn id="68" dur="1" fill="hold">
                                          <p:stCondLst>
                                            <p:cond delay="0"/>
                                          </p:stCondLst>
                                        </p:cTn>
                                        <p:tgtEl>
                                          <p:spTgt spid="362"/>
                                        </p:tgtEl>
                                        <p:attrNameLst>
                                          <p:attrName>style.visibility</p:attrName>
                                        </p:attrNameLst>
                                      </p:cBhvr>
                                      <p:to>
                                        <p:strVal val="visible"/>
                                      </p:to>
                                    </p:set>
                                    <p:animEffect transition="in" filter="diamond(in)">
                                      <p:cBhvr additive="repl">
                                        <p:cTn id="69" dur="2000"/>
                                        <p:tgtEl>
                                          <p:spTgt spid="362"/>
                                        </p:tgtEl>
                                      </p:cBhvr>
                                    </p:animEffect>
                                  </p:childTnLst>
                                </p:cTn>
                              </p:par>
                            </p:childTnLst>
                          </p:cTn>
                        </p:par>
                      </p:childTnLst>
                    </p:cTn>
                  </p:par>
                  <p:par>
                    <p:cTn id="70" fill="hold">
                      <p:stCondLst>
                        <p:cond delay="indefinite"/>
                      </p:stCondLst>
                      <p:childTnLst>
                        <p:par>
                          <p:cTn id="71" fill="hold">
                            <p:stCondLst>
                              <p:cond delay="0"/>
                            </p:stCondLst>
                            <p:childTnLst>
                              <p:par>
                                <p:cTn id="72" presetID="2" presetClass="entr" presetSubtype="2" fill="hold" nodeType="clickEffect">
                                  <p:stCondLst>
                                    <p:cond delay="0"/>
                                  </p:stCondLst>
                                  <p:childTnLst>
                                    <p:set>
                                      <p:cBhvr>
                                        <p:cTn id="73" dur="1" fill="hold">
                                          <p:stCondLst>
                                            <p:cond delay="0"/>
                                          </p:stCondLst>
                                        </p:cTn>
                                        <p:tgtEl>
                                          <p:spTgt spid="361"/>
                                        </p:tgtEl>
                                        <p:attrNameLst>
                                          <p:attrName>style.visibility</p:attrName>
                                        </p:attrNameLst>
                                      </p:cBhvr>
                                      <p:to>
                                        <p:strVal val="visible"/>
                                      </p:to>
                                    </p:set>
                                    <p:anim calcmode="lin" valueType="num">
                                      <p:cBhvr additive="repl">
                                        <p:cTn id="74" dur="2000" fill="hold"/>
                                        <p:tgtEl>
                                          <p:spTgt spid="361"/>
                                        </p:tgtEl>
                                        <p:attrNameLst>
                                          <p:attrName>ppt_x</p:attrName>
                                        </p:attrNameLst>
                                      </p:cBhvr>
                                      <p:tavLst>
                                        <p:tav tm="0">
                                          <p:val>
                                            <p:strVal val="1+#ppt_w/2"/>
                                          </p:val>
                                        </p:tav>
                                        <p:tav tm="100000">
                                          <p:val>
                                            <p:strVal val="#ppt_x"/>
                                          </p:val>
                                        </p:tav>
                                      </p:tavLst>
                                    </p:anim>
                                    <p:anim calcmode="lin" valueType="num">
                                      <p:cBhvr additive="repl">
                                        <p:cTn id="75" dur="2000" fill="hold"/>
                                        <p:tgtEl>
                                          <p:spTgt spid="361"/>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8" presetClass="entr" presetSubtype="16" fill="hold" nodeType="clickEffect">
                                  <p:stCondLst>
                                    <p:cond delay="0"/>
                                  </p:stCondLst>
                                  <p:childTnLst>
                                    <p:set>
                                      <p:cBhvr>
                                        <p:cTn id="79" dur="1" fill="hold">
                                          <p:stCondLst>
                                            <p:cond delay="0"/>
                                          </p:stCondLst>
                                        </p:cTn>
                                        <p:tgtEl>
                                          <p:spTgt spid="371"/>
                                        </p:tgtEl>
                                        <p:attrNameLst>
                                          <p:attrName>style.visibility</p:attrName>
                                        </p:attrNameLst>
                                      </p:cBhvr>
                                      <p:to>
                                        <p:strVal val="visible"/>
                                      </p:to>
                                    </p:set>
                                    <p:animEffect transition="in" filter="diamond(in)">
                                      <p:cBhvr additive="repl">
                                        <p:cTn id="80" dur="2000"/>
                                        <p:tgtEl>
                                          <p:spTgt spid="371"/>
                                        </p:tgtEl>
                                      </p:cBhvr>
                                    </p:animEffect>
                                  </p:childTnLst>
                                </p:cTn>
                              </p:par>
                              <p:par>
                                <p:cTn id="81" presetID="8" presetClass="entr" presetSubtype="16" fill="hold" nodeType="withEffect">
                                  <p:stCondLst>
                                    <p:cond delay="0"/>
                                  </p:stCondLst>
                                  <p:childTnLst>
                                    <p:set>
                                      <p:cBhvr>
                                        <p:cTn id="82" dur="1" fill="hold">
                                          <p:stCondLst>
                                            <p:cond delay="0"/>
                                          </p:stCondLst>
                                        </p:cTn>
                                        <p:tgtEl>
                                          <p:spTgt spid="370"/>
                                        </p:tgtEl>
                                        <p:attrNameLst>
                                          <p:attrName>style.visibility</p:attrName>
                                        </p:attrNameLst>
                                      </p:cBhvr>
                                      <p:to>
                                        <p:strVal val="visible"/>
                                      </p:to>
                                    </p:set>
                                    <p:animEffect transition="in" filter="diamond(in)">
                                      <p:cBhvr additive="repl">
                                        <p:cTn id="83" dur="2000"/>
                                        <p:tgtEl>
                                          <p:spTgt spid="370"/>
                                        </p:tgtEl>
                                      </p:cBhvr>
                                    </p:animEffect>
                                  </p:childTnLst>
                                </p:cTn>
                              </p:par>
                            </p:childTnLst>
                          </p:cTn>
                        </p:par>
                      </p:childTnLst>
                    </p:cTn>
                  </p:par>
                  <p:par>
                    <p:cTn id="84" fill="hold">
                      <p:stCondLst>
                        <p:cond delay="indefinite"/>
                      </p:stCondLst>
                      <p:childTnLst>
                        <p:par>
                          <p:cTn id="85" fill="hold">
                            <p:stCondLst>
                              <p:cond delay="0"/>
                            </p:stCondLst>
                            <p:childTnLst>
                              <p:par>
                                <p:cTn id="86" presetID="8" presetClass="entr" presetSubtype="16" fill="hold" nodeType="clickEffect">
                                  <p:stCondLst>
                                    <p:cond delay="0"/>
                                  </p:stCondLst>
                                  <p:childTnLst>
                                    <p:set>
                                      <p:cBhvr>
                                        <p:cTn id="87" dur="1" fill="hold">
                                          <p:stCondLst>
                                            <p:cond delay="0"/>
                                          </p:stCondLst>
                                        </p:cTn>
                                        <p:tgtEl>
                                          <p:spTgt spid="367"/>
                                        </p:tgtEl>
                                        <p:attrNameLst>
                                          <p:attrName>style.visibility</p:attrName>
                                        </p:attrNameLst>
                                      </p:cBhvr>
                                      <p:to>
                                        <p:strVal val="visible"/>
                                      </p:to>
                                    </p:set>
                                    <p:animEffect transition="in" filter="diamond(in)">
                                      <p:cBhvr additive="repl">
                                        <p:cTn id="88" dur="2000"/>
                                        <p:tgtEl>
                                          <p:spTgt spid="367"/>
                                        </p:tgtEl>
                                      </p:cBhvr>
                                    </p:animEffect>
                                  </p:childTnLst>
                                </p:cTn>
                              </p:par>
                              <p:par>
                                <p:cTn id="89" presetID="8" presetClass="entr" presetSubtype="16" fill="hold" nodeType="withEffect">
                                  <p:stCondLst>
                                    <p:cond delay="0"/>
                                  </p:stCondLst>
                                  <p:childTnLst>
                                    <p:set>
                                      <p:cBhvr>
                                        <p:cTn id="90" dur="1" fill="hold">
                                          <p:stCondLst>
                                            <p:cond delay="0"/>
                                          </p:stCondLst>
                                        </p:cTn>
                                        <p:tgtEl>
                                          <p:spTgt spid="368"/>
                                        </p:tgtEl>
                                        <p:attrNameLst>
                                          <p:attrName>style.visibility</p:attrName>
                                        </p:attrNameLst>
                                      </p:cBhvr>
                                      <p:to>
                                        <p:strVal val="visible"/>
                                      </p:to>
                                    </p:set>
                                    <p:animEffect transition="in" filter="diamond(in)">
                                      <p:cBhvr additive="repl">
                                        <p:cTn id="91" dur="2000"/>
                                        <p:tgtEl>
                                          <p:spTgt spid="368"/>
                                        </p:tgtEl>
                                      </p:cBhvr>
                                    </p:animEffect>
                                  </p:childTnLst>
                                </p:cTn>
                              </p:par>
                            </p:childTnLst>
                          </p:cTn>
                        </p:par>
                        <p:par>
                          <p:cTn id="92" fill="hold">
                            <p:stCondLst>
                              <p:cond delay="2000"/>
                            </p:stCondLst>
                            <p:childTnLst>
                              <p:par>
                                <p:cTn id="93" presetID="8" presetClass="entr" presetSubtype="16" fill="hold" nodeType="afterEffect">
                                  <p:stCondLst>
                                    <p:cond delay="0"/>
                                  </p:stCondLst>
                                  <p:childTnLst>
                                    <p:set>
                                      <p:cBhvr>
                                        <p:cTn id="94" dur="1" fill="hold">
                                          <p:stCondLst>
                                            <p:cond delay="0"/>
                                          </p:stCondLst>
                                        </p:cTn>
                                        <p:tgtEl>
                                          <p:spTgt spid="354"/>
                                        </p:tgtEl>
                                        <p:attrNameLst>
                                          <p:attrName>style.visibility</p:attrName>
                                        </p:attrNameLst>
                                      </p:cBhvr>
                                      <p:to>
                                        <p:strVal val="visible"/>
                                      </p:to>
                                    </p:set>
                                    <p:animEffect transition="in" filter="diamond(in)">
                                      <p:cBhvr additive="repl">
                                        <p:cTn id="95" dur="2000"/>
                                        <p:tgtEl>
                                          <p:spTgt spid="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ubtitle 2"/>
          <p:cNvSpPr>
            <a:spLocks noGrp="1"/>
          </p:cNvSpPr>
          <p:nvPr>
            <p:ph type="subTitle"/>
          </p:nvPr>
        </p:nvSpPr>
        <p:spPr/>
        <p:txBody>
          <a:bodyPr/>
          <a:lstStyle/>
          <a:p>
            <a:endParaRPr lang="en-US"/>
          </a:p>
        </p:txBody>
      </p:sp>
    </p:spTree>
    <p:extLst>
      <p:ext uri="{BB962C8B-B14F-4D97-AF65-F5344CB8AC3E}">
        <p14:creationId xmlns:p14="http://schemas.microsoft.com/office/powerpoint/2010/main" val="28698820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dirty="0" smtClean="0"/>
              <a:t>Search Space</a:t>
            </a:r>
            <a:endParaRPr lang="en-US" sz="4400" dirty="0"/>
          </a:p>
        </p:txBody>
      </p:sp>
      <p:sp>
        <p:nvSpPr>
          <p:cNvPr id="3" name="Subtitle 2"/>
          <p:cNvSpPr>
            <a:spLocks noGrp="1"/>
          </p:cNvSpPr>
          <p:nvPr>
            <p:ph type="subTitle"/>
          </p:nvPr>
        </p:nvSpPr>
        <p:spPr/>
        <p:txBody>
          <a:bodyPr/>
          <a:lstStyle/>
          <a:p>
            <a:r>
              <a:rPr lang="en-US" sz="2000" dirty="0"/>
              <a:t>Many problems in Artificial Intelligence can be represented as search</a:t>
            </a:r>
          </a:p>
          <a:p>
            <a:r>
              <a:rPr lang="en-US" sz="2000" dirty="0"/>
              <a:t>spaces</a:t>
            </a:r>
            <a:r>
              <a:rPr lang="en-US" sz="2000" dirty="0" smtClean="0"/>
              <a:t>.</a:t>
            </a:r>
          </a:p>
          <a:p>
            <a:r>
              <a:rPr lang="en-US" sz="2000" dirty="0"/>
              <a:t>In simple terms, a search space is a representation of the set of possible</a:t>
            </a:r>
          </a:p>
          <a:p>
            <a:r>
              <a:rPr lang="en-US" sz="2000" dirty="0"/>
              <a:t>choices in a given problem, one or more of which are the solution to</a:t>
            </a:r>
          </a:p>
          <a:p>
            <a:r>
              <a:rPr lang="en-US" sz="2000" dirty="0"/>
              <a:t>the problem</a:t>
            </a:r>
            <a:r>
              <a:rPr lang="en-US" sz="2000" dirty="0" smtClean="0"/>
              <a:t>.</a:t>
            </a:r>
          </a:p>
          <a:p>
            <a:r>
              <a:rPr lang="en-US" sz="2000" dirty="0"/>
              <a:t>For example, attempting to find a particular word in a dictionary with 100</a:t>
            </a:r>
          </a:p>
          <a:p>
            <a:r>
              <a:rPr lang="en-US" sz="2000" dirty="0" smtClean="0"/>
              <a:t>Pages.</a:t>
            </a:r>
          </a:p>
          <a:p>
            <a:r>
              <a:rPr lang="en-US" sz="2000" dirty="0" smtClean="0"/>
              <a:t>A </a:t>
            </a:r>
            <a:r>
              <a:rPr lang="en-US" sz="2000" dirty="0"/>
              <a:t>search space will consist of each of the 100 pages. </a:t>
            </a:r>
            <a:endParaRPr lang="en-US" sz="2000" dirty="0" smtClean="0"/>
          </a:p>
          <a:p>
            <a:r>
              <a:rPr lang="en-US" sz="2000" dirty="0" smtClean="0"/>
              <a:t>The </a:t>
            </a:r>
            <a:r>
              <a:rPr lang="en-US" sz="2000" dirty="0"/>
              <a:t>page that </a:t>
            </a:r>
            <a:r>
              <a:rPr lang="en-US" sz="2000" dirty="0" smtClean="0"/>
              <a:t>is being </a:t>
            </a:r>
            <a:r>
              <a:rPr lang="en-US" sz="2000" dirty="0"/>
              <a:t>searched for is called a goal, and it can be identified by </a:t>
            </a:r>
            <a:r>
              <a:rPr lang="en-US" sz="2000" dirty="0" smtClean="0"/>
              <a:t>seeing </a:t>
            </a:r>
            <a:r>
              <a:rPr lang="en-US" sz="2000" dirty="0"/>
              <a:t>whether the word we are looking for is on the page or not.</a:t>
            </a:r>
            <a:endParaRPr lang="en-US" sz="2000" dirty="0" smtClean="0"/>
          </a:p>
          <a:p>
            <a:endParaRPr lang="en-US" sz="2000" dirty="0"/>
          </a:p>
        </p:txBody>
      </p:sp>
    </p:spTree>
    <p:extLst>
      <p:ext uri="{BB962C8B-B14F-4D97-AF65-F5344CB8AC3E}">
        <p14:creationId xmlns:p14="http://schemas.microsoft.com/office/powerpoint/2010/main" val="9571332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p:nvPr>
        </p:nvSpPr>
        <p:spPr/>
        <p:txBody>
          <a:bodyPr/>
          <a:lstStyle/>
          <a:p>
            <a:r>
              <a:rPr lang="en-US" dirty="0"/>
              <a:t>The aim of most search procedures is to identify one or more goals and,</a:t>
            </a:r>
          </a:p>
          <a:p>
            <a:r>
              <a:rPr lang="en-US" dirty="0"/>
              <a:t>usually, to identify one or more paths to those goals (often the shortest</a:t>
            </a:r>
          </a:p>
          <a:p>
            <a:r>
              <a:rPr lang="en-US" dirty="0"/>
              <a:t>path, or path with least cost</a:t>
            </a:r>
            <a:r>
              <a:rPr lang="en-US" dirty="0" smtClean="0"/>
              <a:t>).</a:t>
            </a:r>
          </a:p>
          <a:p>
            <a:r>
              <a:rPr lang="en-US" smtClean="0"/>
              <a:t>A search </a:t>
            </a:r>
            <a:r>
              <a:rPr lang="en-US" dirty="0"/>
              <a:t>space consists of a set of states, connected by paths that</a:t>
            </a:r>
          </a:p>
          <a:p>
            <a:r>
              <a:rPr lang="en-US" dirty="0"/>
              <a:t>represent actions, they are also known as </a:t>
            </a:r>
            <a:r>
              <a:rPr lang="en-US" b="1" dirty="0"/>
              <a:t>state spaces</a:t>
            </a:r>
            <a:endParaRPr lang="en-US" dirty="0" smtClean="0"/>
          </a:p>
          <a:p>
            <a:endParaRPr lang="en-US" dirty="0"/>
          </a:p>
        </p:txBody>
      </p:sp>
    </p:spTree>
    <p:extLst>
      <p:ext uri="{BB962C8B-B14F-4D97-AF65-F5344CB8AC3E}">
        <p14:creationId xmlns:p14="http://schemas.microsoft.com/office/powerpoint/2010/main" val="3932212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1368</TotalTime>
  <Words>2721</Words>
  <Application>Microsoft Office PowerPoint</Application>
  <PresentationFormat>Custom</PresentationFormat>
  <Paragraphs>452</Paragraphs>
  <Slides>57</Slides>
  <Notes>2</Notes>
  <HiddenSlides>0</HiddenSlides>
  <MMClips>0</MMClips>
  <ScaleCrop>false</ScaleCrop>
  <HeadingPairs>
    <vt:vector size="4" baseType="variant">
      <vt:variant>
        <vt:lpstr>Theme</vt:lpstr>
      </vt:variant>
      <vt:variant>
        <vt:i4>3</vt:i4>
      </vt:variant>
      <vt:variant>
        <vt:lpstr>Slide Titles</vt:lpstr>
      </vt:variant>
      <vt:variant>
        <vt:i4>57</vt:i4>
      </vt:variant>
    </vt:vector>
  </HeadingPairs>
  <TitlesOfParts>
    <vt:vector size="60" baseType="lpstr">
      <vt:lpstr>Office Theme</vt:lpstr>
      <vt:lpstr>Office Theme</vt:lpstr>
      <vt:lpstr>Office Theme</vt:lpstr>
      <vt:lpstr>Introduction</vt:lpstr>
      <vt:lpstr>  </vt:lpstr>
      <vt:lpstr>Definitions</vt:lpstr>
      <vt:lpstr>Examples</vt:lpstr>
      <vt:lpstr>PowerPoint Presentation</vt:lpstr>
      <vt:lpstr>Inference</vt:lpstr>
      <vt:lpstr>Example</vt:lpstr>
      <vt:lpstr>Applications</vt:lpstr>
      <vt:lpstr>Reasoning Types</vt:lpstr>
      <vt:lpstr>Deductive Reasoning</vt:lpstr>
      <vt:lpstr>The process of deductive reasoning typically involves the following steps:</vt:lpstr>
      <vt:lpstr>Example of Deductive Reasoning:</vt:lpstr>
      <vt:lpstr>Inductive Reasoning</vt:lpstr>
      <vt:lpstr>Components of Inductive Reasoning</vt:lpstr>
      <vt:lpstr>PowerPoint Presentation</vt:lpstr>
      <vt:lpstr>Example of Inductive Reasoning</vt:lpstr>
      <vt:lpstr>PowerPoint Presentation</vt:lpstr>
      <vt:lpstr>Abductive Reasoning</vt:lpstr>
      <vt:lpstr>PowerPoint Presentation</vt:lpstr>
      <vt:lpstr>PowerPoint Presentation</vt:lpstr>
      <vt:lpstr>Commonsense Reasoning</vt:lpstr>
      <vt:lpstr>PowerPoint Presentation</vt:lpstr>
      <vt:lpstr>PowerPoint Presentation</vt:lpstr>
      <vt:lpstr>Important Concepts in Reasoning &amp; Inference</vt:lpstr>
      <vt:lpstr>Important Concepts in Reasoning &amp; Inference</vt:lpstr>
      <vt:lpstr>Concept 1: Pattern Matching</vt:lpstr>
      <vt:lpstr>Concept 1: Pattern Matching</vt:lpstr>
      <vt:lpstr>Concept 2: Instantiation</vt:lpstr>
      <vt:lpstr>Concept 2: Instantiation</vt:lpstr>
      <vt:lpstr>Concept 3: Unification</vt:lpstr>
      <vt:lpstr>Concept 3: Unification</vt:lpstr>
      <vt:lpstr>Inference Technique</vt:lpstr>
      <vt:lpstr>Technique 1: Modus Ponens</vt:lpstr>
      <vt:lpstr>Modus Ponens</vt:lpstr>
      <vt:lpstr>Modus Ponens</vt:lpstr>
      <vt:lpstr>Technique 2: Modus Tollens</vt:lpstr>
      <vt:lpstr>Technique 3: Hypothetical Syllogism</vt:lpstr>
      <vt:lpstr>Hypothetical Syllogism</vt:lpstr>
      <vt:lpstr>Technique 4: Resolution</vt:lpstr>
      <vt:lpstr>Resolution</vt:lpstr>
      <vt:lpstr>Resolution</vt:lpstr>
      <vt:lpstr>Resolution</vt:lpstr>
      <vt:lpstr>Resolution</vt:lpstr>
      <vt:lpstr>Resolution</vt:lpstr>
      <vt:lpstr>Resolution with PL example</vt:lpstr>
      <vt:lpstr>Resolution Process</vt:lpstr>
      <vt:lpstr>Resolution Process </vt:lpstr>
      <vt:lpstr>Resolution Process</vt:lpstr>
      <vt:lpstr>Resolution Process</vt:lpstr>
      <vt:lpstr>Resolution Process</vt:lpstr>
      <vt:lpstr>Resolution with FOPL example</vt:lpstr>
      <vt:lpstr>Resolution with FOPL example</vt:lpstr>
      <vt:lpstr>Resolution with FOPL example</vt:lpstr>
      <vt:lpstr>Resolution with FOPL example</vt:lpstr>
      <vt:lpstr>PowerPoint Presentation</vt:lpstr>
      <vt:lpstr>Search Space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
  <dc:description/>
  <cp:lastModifiedBy>Windows User</cp:lastModifiedBy>
  <cp:revision>7</cp:revision>
  <dcterms:created xsi:type="dcterms:W3CDTF">2023-05-16T22:45:46Z</dcterms:created>
  <dcterms:modified xsi:type="dcterms:W3CDTF">2024-04-19T23:57:39Z</dcterms:modified>
  <dc:language>en-GB</dc:language>
</cp:coreProperties>
</file>