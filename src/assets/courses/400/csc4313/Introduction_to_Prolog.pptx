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GB"/>
              <a:t>Introduction to Prolog</a:t>
            </a:r>
            <a:endParaRPr lang="en-US" alt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 Prolog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Prolog stands for PROgramming in LOGic. </a:t>
            </a:r>
            <a:endParaRPr lang="en-US" altLang="en-GB"/>
          </a:p>
          <a:p>
            <a:r>
              <a:rPr lang="en-US" altLang="en-GB"/>
              <a:t>It is a declarative programming language</a:t>
            </a:r>
            <a:r>
              <a:rPr lang="en-GB" altLang="en-US"/>
              <a:t> </a:t>
            </a:r>
            <a:r>
              <a:rPr lang="en-US" altLang="en-GB"/>
              <a:t>based on logic</a:t>
            </a:r>
            <a:r>
              <a:rPr lang="en-GB" altLang="en-US"/>
              <a:t>.</a:t>
            </a:r>
            <a:endParaRPr lang="en-GB" altLang="en-US"/>
          </a:p>
          <a:p>
            <a:r>
              <a:rPr lang="en-US" altLang="en-GB"/>
              <a:t>Unlike traditional procedural languages (like Python or Java), where you tell the computer how to do something,</a:t>
            </a:r>
            <a:endParaRPr lang="en-US" altLang="en-GB"/>
          </a:p>
          <a:p>
            <a:r>
              <a:rPr lang="en-US" altLang="en-GB"/>
              <a:t> Prolog lets you state what you want, and the system figures out how to achieve it using logical inference.</a:t>
            </a:r>
            <a:endParaRPr lang="en-US" altLang="en-GB"/>
          </a:p>
          <a:p>
            <a:r>
              <a:rPr lang="en-GB" altLang="en-US"/>
              <a:t>It is </a:t>
            </a:r>
            <a:r>
              <a:rPr lang="en-US" altLang="en-GB"/>
              <a:t>widely used in Artificial Intelligence, natural language processing, and knowledge-based systems</a:t>
            </a:r>
            <a:r>
              <a:rPr lang="en-GB" altLang="en-US"/>
              <a:t> </a:t>
            </a:r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Prolog language basically has three different elements 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Facts</a:t>
            </a:r>
            <a:r>
              <a:rPr lang="en-GB" altLang="en-US"/>
              <a:t>, </a:t>
            </a:r>
            <a:r>
              <a:rPr lang="en-US" altLang="en-GB"/>
              <a:t>Rules </a:t>
            </a:r>
            <a:r>
              <a:rPr lang="en-GB" altLang="en-US"/>
              <a:t>and Questions .</a:t>
            </a:r>
            <a:endParaRPr lang="en-GB" altLang="en-US"/>
          </a:p>
          <a:p>
            <a:r>
              <a:rPr lang="en-US" altLang="en-GB">
                <a:sym typeface="+mn-ea"/>
              </a:rPr>
              <a:t>Facts:</a:t>
            </a:r>
            <a:r>
              <a:rPr lang="en-US" altLang="en-GB"/>
              <a:t>Facts state something that is unconditionally true.</a:t>
            </a:r>
            <a:endParaRPr lang="en-US" altLang="en-GB"/>
          </a:p>
          <a:p>
            <a:r>
              <a:rPr lang="en-US" altLang="en-GB"/>
              <a:t>likes(john, pizza).</a:t>
            </a:r>
            <a:endParaRPr lang="en-US" altLang="en-GB"/>
          </a:p>
          <a:p>
            <a:r>
              <a:rPr lang="en-US" altLang="en-GB"/>
              <a:t>likes(mary, pasta).</a:t>
            </a:r>
            <a:endParaRPr lang="en-US" altLang="en-GB"/>
          </a:p>
          <a:p>
            <a:r>
              <a:rPr lang="en-US" altLang="en-GB"/>
              <a:t>This means "John likes pizza" and "Mary likes pasta".</a:t>
            </a:r>
            <a:endParaRPr lang="en-US" altLang="en-GB"/>
          </a:p>
          <a:p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ym typeface="+mn-ea"/>
              </a:rPr>
              <a:t>Rules</a:t>
            </a:r>
            <a:r>
              <a:rPr lang="en-US" altLang="en-GB">
                <a:sym typeface="+mn-ea"/>
              </a:rPr>
              <a:t>:</a:t>
            </a:r>
            <a:r>
              <a:rPr lang="en-US" altLang="en-GB">
                <a:sym typeface="+mn-ea"/>
              </a:rPr>
              <a:t>Rules are extinctions of facts that contain conditional clauses. To satisfy a rule these conditions should be met. For example, if we define a rule as</a:t>
            </a:r>
            <a:r>
              <a:rPr lang="en-GB" altLang="en-US">
                <a:sym typeface="+mn-ea"/>
              </a:rPr>
              <a:t>U</a:t>
            </a:r>
            <a:endParaRPr lang="en-GB" altLang="en-US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WPS Slides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Introduction to Prolog</vt:lpstr>
      <vt:lpstr> Prolog</vt:lpstr>
      <vt:lpstr>Prolog language basically has three different elements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Prolog</dc:title>
  <dc:creator>ncc</dc:creator>
  <cp:lastModifiedBy>Nura Mukhtar</cp:lastModifiedBy>
  <cp:revision>3</cp:revision>
  <dcterms:created xsi:type="dcterms:W3CDTF">2025-05-06T22:47:00Z</dcterms:created>
  <dcterms:modified xsi:type="dcterms:W3CDTF">2025-05-13T14:35:23Z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DE6D03076D9A4AD0877D16B906233FAC_11</vt:lpwstr>
  </property>
  <property fmtid="{D5CDD505-2E9C-101B-9397-08002B2CF9AE}" pid="3" name="KSOProductBuildVer">
    <vt:lpwstr>2057-12.2.0.20795</vt:lpwstr>
  </property>
</Properties>
</file>