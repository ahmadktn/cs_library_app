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7.png" ContentType="image/png"/>
  <Override PartName="/ppt/media/image11.png" ContentType="image/png"/>
  <Override PartName="/ppt/media/image6.png" ContentType="image/png"/>
  <Override PartName="/ppt/media/image10.png" ContentType="image/png"/>
  <Override PartName="/ppt/media/image5.png" ContentType="image/png"/>
  <Override PartName="/ppt/media/image22.png" ContentType="image/png"/>
  <Override PartName="/ppt/media/image4.png" ContentType="image/png"/>
  <Override PartName="/ppt/media/image21.png" ContentType="image/png"/>
  <Override PartName="/ppt/media/image19.png" ContentType="image/png"/>
  <Override PartName="/ppt/media/image1.png" ContentType="image/png"/>
  <Override PartName="/ppt/media/image3.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png" ContentType="image/png"/>
  <Override PartName="/ppt/presProps.xml" ContentType="application/vnd.openxmlformats-officedocument.presentationml.presProps+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83.xml.rels" ContentType="application/vnd.openxmlformats-package.relationships+xml"/>
  <Override PartName="/ppt/slides/_rels/slide79.xml.rels" ContentType="application/vnd.openxmlformats-package.relationships+xml"/>
  <Override PartName="/ppt/slides/_rels/slide30.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85.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84.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25.xml.rels" ContentType="application/vnd.openxmlformats-package.relationships+xml"/>
  <Override PartName="/ppt/slides/_rels/slide86.xml.rels" ContentType="application/vnd.openxmlformats-package.relationships+xml"/>
  <Override PartName="/ppt/slides/_rels/slide2.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77.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48.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28.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81.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89.xml.rels" ContentType="application/vnd.openxmlformats-package.relationships+xml"/>
  <Override PartName="/ppt/slides/_rels/slide14.xml.rels" ContentType="application/vnd.openxmlformats-package.relationships+xml"/>
  <Override PartName="/ppt/slides/_rels/slide39.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82.xml.rels" ContentType="application/vnd.openxmlformats-package.relationships+xml"/>
  <Override PartName="/ppt/slides/_rels/slide88.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78.xml.rels" ContentType="application/vnd.openxmlformats-package.relationships+xml"/>
  <Override PartName="/ppt/slides/_rels/slide3.xml.rels" ContentType="application/vnd.openxmlformats-package.relationships+xml"/>
  <Override PartName="/ppt/slides/_rels/slide87.xml.rels" ContentType="application/vnd.openxmlformats-package.relationships+xml"/>
  <Override PartName="/ppt/slides/_rels/slide68.xml.rels" ContentType="application/vnd.openxmlformats-package.relationships+xml"/>
  <Override PartName="/ppt/slides/_rels/slide72.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4.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48.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9.xml" ContentType="application/vnd.openxmlformats-officedocument.presentationml.slide+xml"/>
  <Override PartName="/ppt/slides/slide42.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7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038A8101-5AAD-40E2-83DD-4C1E11671EEF}" type="slidenum">
              <a:t>&lt;#&gt;</a:t>
            </a:fld>
          </a:p>
        </p:txBody>
      </p:sp>
      <p:sp>
        <p:nvSpPr>
          <p:cNvPr id="4" name="PlaceHolder 3"/>
          <p:cNvSpPr>
            <a:spLocks noGrp="1"/>
          </p:cNvSpPr>
          <p:nvPr>
            <p:ph type="dt" idx="3"/>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856A7D9-E809-43CB-A18C-19070928F1C2}"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40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8A7012F-E6CD-44D4-BFD8-A447B27D09A4}"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0"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1"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4EF6D0C8-5792-4BEC-8E3C-86E53A400DB5}" type="slidenum">
              <a:t>&lt;#&gt;</a:t>
            </a:fld>
          </a:p>
        </p:txBody>
      </p:sp>
      <p:sp>
        <p:nvSpPr>
          <p:cNvPr id="7" name="PlaceHolder 6"/>
          <p:cNvSpPr>
            <a:spLocks noGrp="1"/>
          </p:cNvSpPr>
          <p:nvPr>
            <p:ph type="dt" idx="3"/>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81D6A65-8E17-4E52-9601-30FD005268D4}" type="slidenum">
              <a:t>&lt;#&gt;</a:t>
            </a:fld>
          </a:p>
        </p:txBody>
      </p:sp>
      <p:sp>
        <p:nvSpPr>
          <p:cNvPr id="5" name="PlaceHolder 4"/>
          <p:cNvSpPr>
            <a:spLocks noGrp="1"/>
          </p:cNvSpPr>
          <p:nvPr>
            <p:ph type="dt" idx="3"/>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280" cy="43851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3570FA2-2328-4E41-BA3F-BCC2932C6732}" type="slidenum">
              <a:t>&lt;#&gt;</a:t>
            </a:fld>
          </a:p>
        </p:txBody>
      </p:sp>
      <p:sp>
        <p:nvSpPr>
          <p:cNvPr id="5" name="PlaceHolder 4"/>
          <p:cNvSpPr>
            <a:spLocks noGrp="1"/>
          </p:cNvSpPr>
          <p:nvPr>
            <p:ph type="dt" idx="3"/>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5"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6"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7"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CE537BC-87A2-4800-88CF-BEB258F492D8}" type="slidenum">
              <a:t>&lt;#&gt;</a:t>
            </a:fld>
          </a:p>
        </p:txBody>
      </p:sp>
      <p:sp>
        <p:nvSpPr>
          <p:cNvPr id="8" name="PlaceHolder 7"/>
          <p:cNvSpPr>
            <a:spLocks noGrp="1"/>
          </p:cNvSpPr>
          <p:nvPr>
            <p:ph type="dt" idx="3"/>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9"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20"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1"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8D7C65F-4DA4-457B-82D2-963223AE630E}" type="slidenum">
              <a:t>&lt;#&gt;</a:t>
            </a:fld>
          </a:p>
        </p:txBody>
      </p:sp>
      <p:sp>
        <p:nvSpPr>
          <p:cNvPr id="8" name="PlaceHolder 7"/>
          <p:cNvSpPr>
            <a:spLocks noGrp="1"/>
          </p:cNvSpPr>
          <p:nvPr>
            <p:ph type="dt" idx="3"/>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3"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4"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5"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029235C-89CD-4EB0-B872-60814B315AEB}" type="slidenum">
              <a:t>&lt;#&gt;</a:t>
            </a:fld>
          </a:p>
        </p:txBody>
      </p:sp>
      <p:sp>
        <p:nvSpPr>
          <p:cNvPr id="8" name="PlaceHolder 7"/>
          <p:cNvSpPr>
            <a:spLocks noGrp="1"/>
          </p:cNvSpPr>
          <p:nvPr>
            <p:ph type="dt" idx="3"/>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7"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8"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6C58A05-AE61-48BF-8DCC-E522C230F128}" type="slidenum">
              <a:t>&lt;#&gt;</a:t>
            </a:fld>
          </a:p>
        </p:txBody>
      </p:sp>
      <p:sp>
        <p:nvSpPr>
          <p:cNvPr id="7" name="PlaceHolder 6"/>
          <p:cNvSpPr>
            <a:spLocks noGrp="1"/>
          </p:cNvSpPr>
          <p:nvPr>
            <p:ph type="dt" idx="3"/>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0"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1"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2"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3"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930ABDAD-8606-460D-9DC6-D05E0658F6BA}" type="slidenum">
              <a:t>&lt;#&gt;</a:t>
            </a:fld>
          </a:p>
        </p:txBody>
      </p:sp>
      <p:sp>
        <p:nvSpPr>
          <p:cNvPr id="9" name="PlaceHolder 8"/>
          <p:cNvSpPr>
            <a:spLocks noGrp="1"/>
          </p:cNvSpPr>
          <p:nvPr>
            <p:ph type="dt" idx="3"/>
          </p:nvPr>
        </p:nvSpPr>
        <p:spPr/>
        <p:txBody>
          <a:bodyPr/>
          <a:p>
            <a:r>
              <a:rPr lang="en-GB"/>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A5FBCE5-9200-417F-A4A9-78D5FA49B0B4}" type="slidenum">
              <a:t>&lt;#&gt;</a:t>
            </a:fld>
          </a:p>
        </p:txBody>
      </p:sp>
      <p:sp>
        <p:nvSpPr>
          <p:cNvPr id="11" name="PlaceHolder 10"/>
          <p:cNvSpPr>
            <a:spLocks noGrp="1"/>
          </p:cNvSpPr>
          <p:nvPr>
            <p:ph type="dt" idx="3"/>
          </p:nvPr>
        </p:nvSpPr>
        <p:spPr/>
        <p:txBody>
          <a:bodyPr/>
          <a:p>
            <a:r>
              <a:rPr lang="en-GB"/>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56FB540-DA06-490D-ABF2-C978B63DDE8F}" type="slidenum">
              <a:t>&lt;#&gt;</a:t>
            </a:fld>
          </a:p>
        </p:txBody>
      </p:sp>
      <p:sp>
        <p:nvSpPr>
          <p:cNvPr id="4" name="PlaceHolder 3"/>
          <p:cNvSpPr>
            <a:spLocks noGrp="1"/>
          </p:cNvSpPr>
          <p:nvPr>
            <p:ph type="dt" idx="6"/>
          </p:nvPr>
        </p:nvSpPr>
        <p:spPr/>
        <p:txBody>
          <a:bodyPr/>
          <a:p>
            <a:r>
              <a:rPr lang="en-GB"/>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47"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1E44BF2-5457-452C-864B-CC97D9159BF6}" type="slidenum">
              <a:t>&lt;#&gt;</a:t>
            </a:fld>
          </a:p>
        </p:txBody>
      </p:sp>
      <p:sp>
        <p:nvSpPr>
          <p:cNvPr id="6" name="PlaceHolder 5"/>
          <p:cNvSpPr>
            <a:spLocks noGrp="1"/>
          </p:cNvSpPr>
          <p:nvPr>
            <p:ph type="dt" idx="6"/>
          </p:nvPr>
        </p:nvSpPr>
        <p:spPr/>
        <p:txBody>
          <a:bodyPr/>
          <a:p>
            <a:r>
              <a:rPr lang="en-GB"/>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49"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40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223A77C-DD24-4834-B08B-5ACAC40EDA0B}" type="slidenum">
              <a:t>&lt;#&gt;</a:t>
            </a:fld>
          </a:p>
        </p:txBody>
      </p:sp>
      <p:sp>
        <p:nvSpPr>
          <p:cNvPr id="6" name="PlaceHolder 5"/>
          <p:cNvSpPr>
            <a:spLocks noGrp="1"/>
          </p:cNvSpPr>
          <p:nvPr>
            <p:ph type="dt" idx="6"/>
          </p:nvPr>
        </p:nvSpPr>
        <p:spPr/>
        <p:txBody>
          <a:bodyPr/>
          <a:p>
            <a:r>
              <a:rPr lang="en-GB"/>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51"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2"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D18A8254-A06A-4180-9394-D5AB6DFC3CA7}" type="slidenum">
              <a:t>&lt;#&gt;</a:t>
            </a:fld>
          </a:p>
        </p:txBody>
      </p:sp>
      <p:sp>
        <p:nvSpPr>
          <p:cNvPr id="7" name="PlaceHolder 6"/>
          <p:cNvSpPr>
            <a:spLocks noGrp="1"/>
          </p:cNvSpPr>
          <p:nvPr>
            <p:ph type="dt" idx="6"/>
          </p:nvPr>
        </p:nvSpPr>
        <p:spPr/>
        <p:txBody>
          <a:bodyPr/>
          <a:p>
            <a:r>
              <a:rPr lang="en-GB"/>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37618549-CAC7-431E-8262-158EAD569857}" type="slidenum">
              <a:t>&lt;#&gt;</a:t>
            </a:fld>
          </a:p>
        </p:txBody>
      </p:sp>
      <p:sp>
        <p:nvSpPr>
          <p:cNvPr id="5" name="PlaceHolder 4"/>
          <p:cNvSpPr>
            <a:spLocks noGrp="1"/>
          </p:cNvSpPr>
          <p:nvPr>
            <p:ph type="dt" idx="6"/>
          </p:nvPr>
        </p:nvSpPr>
        <p:spPr/>
        <p:txBody>
          <a:bodyPr/>
          <a:p>
            <a:r>
              <a:rPr lang="en-GB"/>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080"/>
            <a:ext cx="9071280" cy="43851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15E00AF8-C173-4AD4-8E22-BA2E867A220D}" type="slidenum">
              <a:t>&lt;#&gt;</a:t>
            </a:fld>
          </a:p>
        </p:txBody>
      </p:sp>
      <p:sp>
        <p:nvSpPr>
          <p:cNvPr id="5" name="PlaceHolder 4"/>
          <p:cNvSpPr>
            <a:spLocks noGrp="1"/>
          </p:cNvSpPr>
          <p:nvPr>
            <p:ph type="dt" idx="6"/>
          </p:nvPr>
        </p:nvSpPr>
        <p:spPr/>
        <p:txBody>
          <a:bodyPr/>
          <a:p>
            <a:r>
              <a:rPr lang="en-GB"/>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56"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7"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8"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DBCBF97D-7D68-4BD2-A8E6-02032504FFB1}" type="slidenum">
              <a:t>&lt;#&gt;</a:t>
            </a:fld>
          </a:p>
        </p:txBody>
      </p:sp>
      <p:sp>
        <p:nvSpPr>
          <p:cNvPr id="8" name="PlaceHolder 7"/>
          <p:cNvSpPr>
            <a:spLocks noGrp="1"/>
          </p:cNvSpPr>
          <p:nvPr>
            <p:ph type="dt" idx="6"/>
          </p:nvPr>
        </p:nvSpPr>
        <p:spPr/>
        <p:txBody>
          <a:bodyPr/>
          <a:p>
            <a:r>
              <a:rPr lang="en-GB"/>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0"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61"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2"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3F26DE5-CF9A-4E3B-A97D-DD3A5B1A728A}" type="slidenum">
              <a:t>&lt;#&gt;</a:t>
            </a:fld>
          </a:p>
        </p:txBody>
      </p:sp>
      <p:sp>
        <p:nvSpPr>
          <p:cNvPr id="8" name="PlaceHolder 7"/>
          <p:cNvSpPr>
            <a:spLocks noGrp="1"/>
          </p:cNvSpPr>
          <p:nvPr>
            <p:ph type="dt" idx="6"/>
          </p:nvPr>
        </p:nvSpPr>
        <p:spPr/>
        <p:txBody>
          <a:bodyPr/>
          <a:p>
            <a:r>
              <a:rPr lang="en-GB"/>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4"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5"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6"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F428C3DD-D0DD-49C9-930A-0F3CE27F2D4B}" type="slidenum">
              <a:t>&lt;#&gt;</a:t>
            </a:fld>
          </a:p>
        </p:txBody>
      </p:sp>
      <p:sp>
        <p:nvSpPr>
          <p:cNvPr id="8" name="PlaceHolder 7"/>
          <p:cNvSpPr>
            <a:spLocks noGrp="1"/>
          </p:cNvSpPr>
          <p:nvPr>
            <p:ph type="dt" idx="6"/>
          </p:nvPr>
        </p:nvSpPr>
        <p:spPr/>
        <p:txBody>
          <a:bodyPr/>
          <a:p>
            <a:r>
              <a:rPr lang="en-GB"/>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8"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9"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EF69C16F-14C3-4F30-8508-117B43D00196}" type="slidenum">
              <a:t>&lt;#&gt;</a:t>
            </a:fld>
          </a:p>
        </p:txBody>
      </p:sp>
      <p:sp>
        <p:nvSpPr>
          <p:cNvPr id="7" name="PlaceHolder 6"/>
          <p:cNvSpPr>
            <a:spLocks noGrp="1"/>
          </p:cNvSpPr>
          <p:nvPr>
            <p:ph type="dt" idx="6"/>
          </p:nvPr>
        </p:nvSpPr>
        <p:spPr/>
        <p:txBody>
          <a:bodyPr/>
          <a:p>
            <a:r>
              <a:rPr lang="en-GB"/>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71"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2"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3"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4"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996588DE-B83D-4FFC-AEE5-90E340FBC582}" type="slidenum">
              <a:t>&lt;#&gt;</a:t>
            </a:fld>
          </a:p>
        </p:txBody>
      </p:sp>
      <p:sp>
        <p:nvSpPr>
          <p:cNvPr id="9" name="PlaceHolder 8"/>
          <p:cNvSpPr>
            <a:spLocks noGrp="1"/>
          </p:cNvSpPr>
          <p:nvPr>
            <p:ph type="dt" idx="6"/>
          </p:nvPr>
        </p:nvSpPr>
        <p:spPr/>
        <p:txBody>
          <a:bodyPr/>
          <a:p>
            <a:r>
              <a:rPr lang="en-GB"/>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76"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7"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8"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9"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80"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81"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29297519-627A-4EC9-B25A-414D41518E1E}" type="slidenum">
              <a:t>&lt;#&gt;</a:t>
            </a:fld>
          </a:p>
        </p:txBody>
      </p:sp>
      <p:sp>
        <p:nvSpPr>
          <p:cNvPr id="11" name="PlaceHolder 10"/>
          <p:cNvSpPr>
            <a:spLocks noGrp="1"/>
          </p:cNvSpPr>
          <p:nvPr>
            <p:ph type="dt" idx="6"/>
          </p:nvPr>
        </p:nvSpPr>
        <p:spPr/>
        <p:txBody>
          <a:bodyPr/>
          <a:p>
            <a:r>
              <a:rPr lang="en-GB"/>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D6DB8D1-32B2-45F6-A6EB-298B285D3CA0}" type="slidenum">
              <a:t>&lt;#&gt;</a:t>
            </a:fld>
          </a:p>
        </p:txBody>
      </p:sp>
      <p:sp>
        <p:nvSpPr>
          <p:cNvPr id="4" name="PlaceHolder 3"/>
          <p:cNvSpPr>
            <a:spLocks noGrp="1"/>
          </p:cNvSpPr>
          <p:nvPr>
            <p:ph type="dt" idx="9"/>
          </p:nvPr>
        </p:nvSpPr>
        <p:spPr/>
        <p:txBody>
          <a:bodyPr/>
          <a:p>
            <a:r>
              <a:rPr lang="en-GB"/>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88"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B98E98E9-25EB-41BE-871C-0B667017B484}" type="slidenum">
              <a:t>&lt;#&gt;</a:t>
            </a:fld>
          </a:p>
        </p:txBody>
      </p:sp>
      <p:sp>
        <p:nvSpPr>
          <p:cNvPr id="6" name="PlaceHolder 5"/>
          <p:cNvSpPr>
            <a:spLocks noGrp="1"/>
          </p:cNvSpPr>
          <p:nvPr>
            <p:ph type="dt" idx="9"/>
          </p:nvPr>
        </p:nvSpPr>
        <p:spPr/>
        <p:txBody>
          <a:bodyPr/>
          <a:p>
            <a:r>
              <a:rPr lang="en-GB"/>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90"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40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B23E2FA3-C65B-4B42-9182-20DCF9F1C0AD}" type="slidenum">
              <a:t>&lt;#&gt;</a:t>
            </a:fld>
          </a:p>
        </p:txBody>
      </p:sp>
      <p:sp>
        <p:nvSpPr>
          <p:cNvPr id="6" name="PlaceHolder 5"/>
          <p:cNvSpPr>
            <a:spLocks noGrp="1"/>
          </p:cNvSpPr>
          <p:nvPr>
            <p:ph type="dt" idx="9"/>
          </p:nvPr>
        </p:nvSpPr>
        <p:spPr/>
        <p:txBody>
          <a:bodyPr/>
          <a:p>
            <a:r>
              <a:rPr lang="en-GB"/>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92"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93"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7B803F9-552B-4C8B-AC8B-CDACFA40E241}" type="slidenum">
              <a:t>&lt;#&gt;</a:t>
            </a:fld>
          </a:p>
        </p:txBody>
      </p:sp>
      <p:sp>
        <p:nvSpPr>
          <p:cNvPr id="7" name="PlaceHolder 6"/>
          <p:cNvSpPr>
            <a:spLocks noGrp="1"/>
          </p:cNvSpPr>
          <p:nvPr>
            <p:ph type="dt" idx="9"/>
          </p:nvPr>
        </p:nvSpPr>
        <p:spPr/>
        <p:txBody>
          <a:bodyPr/>
          <a:p>
            <a:r>
              <a:rPr lang="en-GB"/>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82003739-2AC4-4FC3-B2DC-1DC277EFBC67}" type="slidenum">
              <a:t>&lt;#&gt;</a:t>
            </a:fld>
          </a:p>
        </p:txBody>
      </p:sp>
      <p:sp>
        <p:nvSpPr>
          <p:cNvPr id="5" name="PlaceHolder 4"/>
          <p:cNvSpPr>
            <a:spLocks noGrp="1"/>
          </p:cNvSpPr>
          <p:nvPr>
            <p:ph type="dt" idx="9"/>
          </p:nvPr>
        </p:nvSpPr>
        <p:spPr/>
        <p:txBody>
          <a:bodyPr/>
          <a:p>
            <a:r>
              <a:rPr lang="en-GB"/>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504000" y="226080"/>
            <a:ext cx="9071280" cy="43851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331B441C-E555-4565-B748-EE114C3104CF}" type="slidenum">
              <a:t>&lt;#&gt;</a:t>
            </a:fld>
          </a:p>
        </p:txBody>
      </p:sp>
      <p:sp>
        <p:nvSpPr>
          <p:cNvPr id="5" name="PlaceHolder 4"/>
          <p:cNvSpPr>
            <a:spLocks noGrp="1"/>
          </p:cNvSpPr>
          <p:nvPr>
            <p:ph type="dt" idx="9"/>
          </p:nvPr>
        </p:nvSpPr>
        <p:spPr/>
        <p:txBody>
          <a:bodyPr/>
          <a:p>
            <a:r>
              <a:rPr lang="en-GB"/>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97"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8"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99"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223E8752-F652-426C-97F3-229D909E3EA9}" type="slidenum">
              <a:t>&lt;#&gt;</a:t>
            </a:fld>
          </a:p>
        </p:txBody>
      </p:sp>
      <p:sp>
        <p:nvSpPr>
          <p:cNvPr id="8" name="PlaceHolder 7"/>
          <p:cNvSpPr>
            <a:spLocks noGrp="1"/>
          </p:cNvSpPr>
          <p:nvPr>
            <p:ph type="dt" idx="9"/>
          </p:nvPr>
        </p:nvSpPr>
        <p:spPr/>
        <p:txBody>
          <a:bodyPr/>
          <a:p>
            <a:r>
              <a:rPr lang="en-GB"/>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01"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02"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03"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F382F8A4-2AC4-48F4-BBB3-91D755802C25}" type="slidenum">
              <a:t>&lt;#&gt;</a:t>
            </a:fld>
          </a:p>
        </p:txBody>
      </p:sp>
      <p:sp>
        <p:nvSpPr>
          <p:cNvPr id="8" name="PlaceHolder 7"/>
          <p:cNvSpPr>
            <a:spLocks noGrp="1"/>
          </p:cNvSpPr>
          <p:nvPr>
            <p:ph type="dt" idx="9"/>
          </p:nvPr>
        </p:nvSpPr>
        <p:spPr/>
        <p:txBody>
          <a:bodyPr/>
          <a:p>
            <a:r>
              <a:rPr lang="en-GB"/>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05"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06"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07"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7F4BBB93-73DE-42C7-A387-6E07AED0D546}" type="slidenum">
              <a:t>&lt;#&gt;</a:t>
            </a:fld>
          </a:p>
        </p:txBody>
      </p:sp>
      <p:sp>
        <p:nvSpPr>
          <p:cNvPr id="8" name="PlaceHolder 7"/>
          <p:cNvSpPr>
            <a:spLocks noGrp="1"/>
          </p:cNvSpPr>
          <p:nvPr>
            <p:ph type="dt" idx="9"/>
          </p:nvPr>
        </p:nvSpPr>
        <p:spPr/>
        <p:txBody>
          <a:bodyPr/>
          <a:p>
            <a:r>
              <a:rPr lang="en-GB"/>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09"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0"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2071F1FD-8E00-4E86-ABD8-9A8A25D423B5}" type="slidenum">
              <a:t>&lt;#&gt;</a:t>
            </a:fld>
          </a:p>
        </p:txBody>
      </p:sp>
      <p:sp>
        <p:nvSpPr>
          <p:cNvPr id="7" name="PlaceHolder 6"/>
          <p:cNvSpPr>
            <a:spLocks noGrp="1"/>
          </p:cNvSpPr>
          <p:nvPr>
            <p:ph type="dt" idx="9"/>
          </p:nvPr>
        </p:nvSpPr>
        <p:spPr/>
        <p:txBody>
          <a:bodyPr/>
          <a:p>
            <a:r>
              <a:rPr lang="en-GB"/>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12"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3"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4"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5"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9EEC0680-5E9C-42A1-8D88-0916ADCDE730}" type="slidenum">
              <a:t>&lt;#&gt;</a:t>
            </a:fld>
          </a:p>
        </p:txBody>
      </p:sp>
      <p:sp>
        <p:nvSpPr>
          <p:cNvPr id="9" name="PlaceHolder 8"/>
          <p:cNvSpPr>
            <a:spLocks noGrp="1"/>
          </p:cNvSpPr>
          <p:nvPr>
            <p:ph type="dt" idx="9"/>
          </p:nvPr>
        </p:nvSpPr>
        <p:spPr/>
        <p:txBody>
          <a:bodyPr/>
          <a:p>
            <a:r>
              <a:rPr lang="en-GB"/>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17"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8"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19"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20"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21"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22"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A208E664-D2A9-4A58-B38D-755C3A388470}" type="slidenum">
              <a:t>&lt;#&gt;</a:t>
            </a:fld>
          </a:p>
        </p:txBody>
      </p:sp>
      <p:sp>
        <p:nvSpPr>
          <p:cNvPr id="11" name="PlaceHolder 10"/>
          <p:cNvSpPr>
            <a:spLocks noGrp="1"/>
          </p:cNvSpPr>
          <p:nvPr>
            <p:ph type="dt" idx="9"/>
          </p:nvPr>
        </p:nvSpPr>
        <p:spPr/>
        <p:txBody>
          <a:bodyPr/>
          <a:p>
            <a:r>
              <a:rPr lang="en-GB"/>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6B7E1171-1D9E-4236-9732-E67B5846E78F}" type="slidenum">
              <a:t>&lt;#&gt;</a:t>
            </a:fld>
          </a:p>
        </p:txBody>
      </p:sp>
      <p:sp>
        <p:nvSpPr>
          <p:cNvPr id="4" name="PlaceHolder 3"/>
          <p:cNvSpPr>
            <a:spLocks noGrp="1"/>
          </p:cNvSpPr>
          <p:nvPr>
            <p:ph type="dt" idx="12"/>
          </p:nvPr>
        </p:nvSpPr>
        <p:spPr/>
        <p:txBody>
          <a:bodyPr/>
          <a:p>
            <a:r>
              <a:rPr lang="en-GB"/>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29"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D06F51CD-51C7-4550-8B98-384B68DE5E3A}" type="slidenum">
              <a:t>&lt;#&gt;</a:t>
            </a:fld>
          </a:p>
        </p:txBody>
      </p:sp>
      <p:sp>
        <p:nvSpPr>
          <p:cNvPr id="6" name="PlaceHolder 5"/>
          <p:cNvSpPr>
            <a:spLocks noGrp="1"/>
          </p:cNvSpPr>
          <p:nvPr>
            <p:ph type="dt" idx="12"/>
          </p:nvPr>
        </p:nvSpPr>
        <p:spPr/>
        <p:txBody>
          <a:bodyPr/>
          <a:p>
            <a:r>
              <a:rPr lang="en-GB"/>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31"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40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39AC5CE-4D2D-4946-9552-5C828FF7F0CE}" type="slidenum">
              <a:t>&lt;#&gt;</a:t>
            </a:fld>
          </a:p>
        </p:txBody>
      </p:sp>
      <p:sp>
        <p:nvSpPr>
          <p:cNvPr id="6" name="PlaceHolder 5"/>
          <p:cNvSpPr>
            <a:spLocks noGrp="1"/>
          </p:cNvSpPr>
          <p:nvPr>
            <p:ph type="dt" idx="12"/>
          </p:nvPr>
        </p:nvSpPr>
        <p:spPr/>
        <p:txBody>
          <a:bodyPr/>
          <a:p>
            <a:r>
              <a:rPr lang="en-GB"/>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33"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34"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01323B1F-5BD2-42B3-A694-5A89C16A81DE}" type="slidenum">
              <a:t>&lt;#&gt;</a:t>
            </a:fld>
          </a:p>
        </p:txBody>
      </p:sp>
      <p:sp>
        <p:nvSpPr>
          <p:cNvPr id="7" name="PlaceHolder 6"/>
          <p:cNvSpPr>
            <a:spLocks noGrp="1"/>
          </p:cNvSpPr>
          <p:nvPr>
            <p:ph type="dt" idx="12"/>
          </p:nvPr>
        </p:nvSpPr>
        <p:spPr/>
        <p:txBody>
          <a:bodyPr/>
          <a:p>
            <a:r>
              <a:rPr lang="en-GB"/>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895422A6-A50C-44C1-96BB-DF7B61860F5B}" type="slidenum">
              <a:t>&lt;#&gt;</a:t>
            </a:fld>
          </a:p>
        </p:txBody>
      </p:sp>
      <p:sp>
        <p:nvSpPr>
          <p:cNvPr id="5" name="PlaceHolder 4"/>
          <p:cNvSpPr>
            <a:spLocks noGrp="1"/>
          </p:cNvSpPr>
          <p:nvPr>
            <p:ph type="dt" idx="12"/>
          </p:nvPr>
        </p:nvSpPr>
        <p:spPr/>
        <p:txBody>
          <a:bodyPr/>
          <a:p>
            <a:r>
              <a:rPr lang="en-GB"/>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504000" y="226080"/>
            <a:ext cx="9071280" cy="43851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B3526BF4-D3AA-4BFB-B528-72714C09325B}" type="slidenum">
              <a:t>&lt;#&gt;</a:t>
            </a:fld>
          </a:p>
        </p:txBody>
      </p:sp>
      <p:sp>
        <p:nvSpPr>
          <p:cNvPr id="5" name="PlaceHolder 4"/>
          <p:cNvSpPr>
            <a:spLocks noGrp="1"/>
          </p:cNvSpPr>
          <p:nvPr>
            <p:ph type="dt" idx="12"/>
          </p:nvPr>
        </p:nvSpPr>
        <p:spPr/>
        <p:txBody>
          <a:bodyPr/>
          <a:p>
            <a:r>
              <a:rPr lang="en-GB"/>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38"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39"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40"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0D7FEE1B-DC63-44CD-859B-B79C53EA1979}" type="slidenum">
              <a:t>&lt;#&gt;</a:t>
            </a:fld>
          </a:p>
        </p:txBody>
      </p:sp>
      <p:sp>
        <p:nvSpPr>
          <p:cNvPr id="8" name="PlaceHolder 7"/>
          <p:cNvSpPr>
            <a:spLocks noGrp="1"/>
          </p:cNvSpPr>
          <p:nvPr>
            <p:ph type="dt" idx="12"/>
          </p:nvPr>
        </p:nvSpPr>
        <p:spPr/>
        <p:txBody>
          <a:bodyPr/>
          <a:p>
            <a:r>
              <a:rPr lang="en-GB"/>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42"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43"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44"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2727E3C8-5EC8-4098-9CB8-30988EC1DD5E}" type="slidenum">
              <a:t>&lt;#&gt;</a:t>
            </a:fld>
          </a:p>
        </p:txBody>
      </p:sp>
      <p:sp>
        <p:nvSpPr>
          <p:cNvPr id="8" name="PlaceHolder 7"/>
          <p:cNvSpPr>
            <a:spLocks noGrp="1"/>
          </p:cNvSpPr>
          <p:nvPr>
            <p:ph type="dt" idx="12"/>
          </p:nvPr>
        </p:nvSpPr>
        <p:spPr/>
        <p:txBody>
          <a:bodyPr/>
          <a:p>
            <a:r>
              <a:rPr lang="en-GB"/>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46"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47"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48"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30D6590D-763E-4F01-868F-BDD0351F2540}" type="slidenum">
              <a:t>&lt;#&gt;</a:t>
            </a:fld>
          </a:p>
        </p:txBody>
      </p:sp>
      <p:sp>
        <p:nvSpPr>
          <p:cNvPr id="8" name="PlaceHolder 7"/>
          <p:cNvSpPr>
            <a:spLocks noGrp="1"/>
          </p:cNvSpPr>
          <p:nvPr>
            <p:ph type="dt" idx="12"/>
          </p:nvPr>
        </p:nvSpPr>
        <p:spPr/>
        <p:txBody>
          <a:bodyPr/>
          <a:p>
            <a:r>
              <a:rPr lang="en-GB"/>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50"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51"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7061B243-AA03-4386-ADCC-F2F59C416B86}" type="slidenum">
              <a:t>&lt;#&gt;</a:t>
            </a:fld>
          </a:p>
        </p:txBody>
      </p:sp>
      <p:sp>
        <p:nvSpPr>
          <p:cNvPr id="7" name="PlaceHolder 6"/>
          <p:cNvSpPr>
            <a:spLocks noGrp="1"/>
          </p:cNvSpPr>
          <p:nvPr>
            <p:ph type="dt" idx="12"/>
          </p:nvPr>
        </p:nvSpPr>
        <p:spPr/>
        <p:txBody>
          <a:bodyPr/>
          <a:p>
            <a:r>
              <a:rPr lang="en-GB"/>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53"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54"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55"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56"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7FB63AED-EED3-4E07-8643-C45C7CEE7890}" type="slidenum">
              <a:t>&lt;#&gt;</a:t>
            </a:fld>
          </a:p>
        </p:txBody>
      </p:sp>
      <p:sp>
        <p:nvSpPr>
          <p:cNvPr id="9" name="PlaceHolder 8"/>
          <p:cNvSpPr>
            <a:spLocks noGrp="1"/>
          </p:cNvSpPr>
          <p:nvPr>
            <p:ph type="dt" idx="12"/>
          </p:nvPr>
        </p:nvSpPr>
        <p:spPr/>
        <p:txBody>
          <a:bodyPr/>
          <a:p>
            <a:r>
              <a:rPr lang="en-GB"/>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58"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59"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60"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61"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62"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63"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65F08562-CF2F-4E39-8288-AA0B92568A01}" type="slidenum">
              <a:t>&lt;#&gt;</a:t>
            </a:fld>
          </a:p>
        </p:txBody>
      </p:sp>
      <p:sp>
        <p:nvSpPr>
          <p:cNvPr id="11" name="PlaceHolder 10"/>
          <p:cNvSpPr>
            <a:spLocks noGrp="1"/>
          </p:cNvSpPr>
          <p:nvPr>
            <p:ph type="dt" idx="12"/>
          </p:nvPr>
        </p:nvSpPr>
        <p:spPr/>
        <p:txBody>
          <a:bodyPr/>
          <a:p>
            <a:r>
              <a:rPr lang="en-GB"/>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F813759E-57C2-433B-90EF-465A86AE5557}" type="slidenum">
              <a:t>&lt;#&gt;</a:t>
            </a:fld>
          </a:p>
        </p:txBody>
      </p:sp>
      <p:sp>
        <p:nvSpPr>
          <p:cNvPr id="4" name="PlaceHolder 3"/>
          <p:cNvSpPr>
            <a:spLocks noGrp="1"/>
          </p:cNvSpPr>
          <p:nvPr>
            <p:ph type="dt" idx="15"/>
          </p:nvPr>
        </p:nvSpPr>
        <p:spPr/>
        <p:txBody>
          <a:bodyPr/>
          <a:p>
            <a:r>
              <a:rPr lang="en-GB"/>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70"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8D4B7092-75C8-4FE4-B280-EC98E2B3801D}" type="slidenum">
              <a:t>&lt;#&gt;</a:t>
            </a:fld>
          </a:p>
        </p:txBody>
      </p:sp>
      <p:sp>
        <p:nvSpPr>
          <p:cNvPr id="6" name="PlaceHolder 5"/>
          <p:cNvSpPr>
            <a:spLocks noGrp="1"/>
          </p:cNvSpPr>
          <p:nvPr>
            <p:ph type="dt" idx="15"/>
          </p:nvPr>
        </p:nvSpPr>
        <p:spPr/>
        <p:txBody>
          <a:bodyPr/>
          <a:p>
            <a:r>
              <a:rPr lang="en-GB"/>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72"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40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13CFB73-BF02-4B09-ACBC-46059D18EB52}" type="slidenum">
              <a:t>&lt;#&gt;</a:t>
            </a:fld>
          </a:p>
        </p:txBody>
      </p:sp>
      <p:sp>
        <p:nvSpPr>
          <p:cNvPr id="6" name="PlaceHolder 5"/>
          <p:cNvSpPr>
            <a:spLocks noGrp="1"/>
          </p:cNvSpPr>
          <p:nvPr>
            <p:ph type="dt" idx="15"/>
          </p:nvPr>
        </p:nvSpPr>
        <p:spPr/>
        <p:txBody>
          <a:bodyPr/>
          <a:p>
            <a:r>
              <a:rPr lang="en-GB"/>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74"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75"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819FD2E0-6B9E-4B48-987B-111B00548E21}" type="slidenum">
              <a:t>&lt;#&gt;</a:t>
            </a:fld>
          </a:p>
        </p:txBody>
      </p:sp>
      <p:sp>
        <p:nvSpPr>
          <p:cNvPr id="7" name="PlaceHolder 6"/>
          <p:cNvSpPr>
            <a:spLocks noGrp="1"/>
          </p:cNvSpPr>
          <p:nvPr>
            <p:ph type="dt" idx="15"/>
          </p:nvPr>
        </p:nvSpPr>
        <p:spPr/>
        <p:txBody>
          <a:bodyPr/>
          <a:p>
            <a:r>
              <a:rPr lang="en-GB"/>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A50025DE-6392-4BED-9F14-D740C89979E2}" type="slidenum">
              <a:t>&lt;#&gt;</a:t>
            </a:fld>
          </a:p>
        </p:txBody>
      </p:sp>
      <p:sp>
        <p:nvSpPr>
          <p:cNvPr id="5" name="PlaceHolder 4"/>
          <p:cNvSpPr>
            <a:spLocks noGrp="1"/>
          </p:cNvSpPr>
          <p:nvPr>
            <p:ph type="dt" idx="15"/>
          </p:nvPr>
        </p:nvSpPr>
        <p:spPr/>
        <p:txBody>
          <a:bodyPr/>
          <a:p>
            <a:r>
              <a:rPr lang="en-GB"/>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504000" y="226080"/>
            <a:ext cx="9071280" cy="43851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7716EBA4-3AE0-4F0F-9A47-E3C585D3FD16}" type="slidenum">
              <a:t>&lt;#&gt;</a:t>
            </a:fld>
          </a:p>
        </p:txBody>
      </p:sp>
      <p:sp>
        <p:nvSpPr>
          <p:cNvPr id="5" name="PlaceHolder 4"/>
          <p:cNvSpPr>
            <a:spLocks noGrp="1"/>
          </p:cNvSpPr>
          <p:nvPr>
            <p:ph type="dt" idx="15"/>
          </p:nvPr>
        </p:nvSpPr>
        <p:spPr/>
        <p:txBody>
          <a:bodyPr/>
          <a:p>
            <a:r>
              <a:rPr lang="en-GB"/>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79"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80"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81"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FAFA0027-345D-4DA9-B16A-707073EBB03A}" type="slidenum">
              <a:t>&lt;#&gt;</a:t>
            </a:fld>
          </a:p>
        </p:txBody>
      </p:sp>
      <p:sp>
        <p:nvSpPr>
          <p:cNvPr id="8" name="PlaceHolder 7"/>
          <p:cNvSpPr>
            <a:spLocks noGrp="1"/>
          </p:cNvSpPr>
          <p:nvPr>
            <p:ph type="dt" idx="15"/>
          </p:nvPr>
        </p:nvSpPr>
        <p:spPr/>
        <p:txBody>
          <a:bodyPr/>
          <a:p>
            <a:r>
              <a:rPr lang="en-GB"/>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83"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4000" spc="-1" strike="noStrike">
              <a:latin typeface="Arial"/>
            </a:endParaRPr>
          </a:p>
        </p:txBody>
      </p:sp>
      <p:sp>
        <p:nvSpPr>
          <p:cNvPr id="184"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85"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50F82338-83BF-496E-BD78-4914530EAE16}" type="slidenum">
              <a:t>&lt;#&gt;</a:t>
            </a:fld>
          </a:p>
        </p:txBody>
      </p:sp>
      <p:sp>
        <p:nvSpPr>
          <p:cNvPr id="8" name="PlaceHolder 7"/>
          <p:cNvSpPr>
            <a:spLocks noGrp="1"/>
          </p:cNvSpPr>
          <p:nvPr>
            <p:ph type="dt" idx="15"/>
          </p:nvPr>
        </p:nvSpPr>
        <p:spPr/>
        <p:txBody>
          <a:bodyPr/>
          <a:p>
            <a:r>
              <a:rPr lang="en-GB"/>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87"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88"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89"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A8C8F034-B79B-41E4-8D0E-9E41DF369D6C}" type="slidenum">
              <a:t>&lt;#&gt;</a:t>
            </a:fld>
          </a:p>
        </p:txBody>
      </p:sp>
      <p:sp>
        <p:nvSpPr>
          <p:cNvPr id="8" name="PlaceHolder 7"/>
          <p:cNvSpPr>
            <a:spLocks noGrp="1"/>
          </p:cNvSpPr>
          <p:nvPr>
            <p:ph type="dt" idx="15"/>
          </p:nvPr>
        </p:nvSpPr>
        <p:spPr/>
        <p:txBody>
          <a:bodyPr/>
          <a:p>
            <a:r>
              <a:rPr lang="en-GB"/>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91"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92"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13885B13-9BFA-464D-8146-2BBBA9D61B23}" type="slidenum">
              <a:t>&lt;#&gt;</a:t>
            </a:fld>
          </a:p>
        </p:txBody>
      </p:sp>
      <p:sp>
        <p:nvSpPr>
          <p:cNvPr id="7" name="PlaceHolder 6"/>
          <p:cNvSpPr>
            <a:spLocks noGrp="1"/>
          </p:cNvSpPr>
          <p:nvPr>
            <p:ph type="dt" idx="15"/>
          </p:nvPr>
        </p:nvSpPr>
        <p:spPr/>
        <p:txBody>
          <a:bodyPr/>
          <a:p>
            <a:r>
              <a:rPr lang="en-GB"/>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94"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95"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96"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197"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4000" spc="-1" strike="noStrike">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47F5B775-5141-4966-AF73-2EDA985A3844}" type="slidenum">
              <a:t>&lt;#&gt;</a:t>
            </a:fld>
          </a:p>
        </p:txBody>
      </p:sp>
      <p:sp>
        <p:nvSpPr>
          <p:cNvPr id="9" name="PlaceHolder 8"/>
          <p:cNvSpPr>
            <a:spLocks noGrp="1"/>
          </p:cNvSpPr>
          <p:nvPr>
            <p:ph type="dt" idx="15"/>
          </p:nvPr>
        </p:nvSpPr>
        <p:spPr/>
        <p:txBody>
          <a:bodyPr/>
          <a:p>
            <a:r>
              <a:rPr lang="en-GB"/>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99"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00"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01"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02"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03"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204"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4000" spc="-1" strike="noStrike">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6A34F73F-A3AC-42AD-8F92-4480855A1E41}" type="slidenum">
              <a:t>&lt;#&gt;</a:t>
            </a:fld>
          </a:p>
        </p:txBody>
      </p:sp>
      <p:sp>
        <p:nvSpPr>
          <p:cNvPr id="11" name="PlaceHolder 10"/>
          <p:cNvSpPr>
            <a:spLocks noGrp="1"/>
          </p:cNvSpPr>
          <p:nvPr>
            <p:ph type="dt" idx="15"/>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ftr" idx="1"/>
          </p:nvPr>
        </p:nvSpPr>
        <p:spPr>
          <a:xfrm>
            <a:off x="3447360" y="5165280"/>
            <a:ext cx="3193560" cy="389160"/>
          </a:xfrm>
          <a:prstGeom prst="rect">
            <a:avLst/>
          </a:prstGeom>
          <a:noFill/>
          <a:ln w="0">
            <a:noFill/>
          </a:ln>
        </p:spPr>
        <p:txBody>
          <a:bodyPr lIns="0" rIns="0" tIns="0" bIns="0" anchor="t">
            <a:noAutofit/>
          </a:bodyPr>
          <a:lstStyle>
            <a:lvl1pPr algn="ctr">
              <a:lnSpc>
                <a:spcPct val="100000"/>
              </a:lnSpc>
              <a:buNone/>
              <a:defRPr b="0" lang="en-GB" sz="1400" spc="-1" strike="noStrike">
                <a:latin typeface="Times New Roman"/>
              </a:defRPr>
            </a:lvl1pPr>
          </a:lstStyle>
          <a:p>
            <a:pPr algn="ctr">
              <a:lnSpc>
                <a:spcPct val="100000"/>
              </a:lnSpc>
              <a:buNone/>
            </a:pPr>
            <a:r>
              <a:rPr b="0" lang="en-GB" sz="1400" spc="-1" strike="noStrike">
                <a:latin typeface="Times New Roman"/>
              </a:rPr>
              <a:t> </a:t>
            </a:r>
            <a:endParaRPr b="0" lang="en-GB" sz="1400" spc="-1" strike="noStrike">
              <a:latin typeface="Times New Roman"/>
            </a:endParaRPr>
          </a:p>
        </p:txBody>
      </p:sp>
      <p:sp>
        <p:nvSpPr>
          <p:cNvPr id="1" name="PlaceHolder 2"/>
          <p:cNvSpPr>
            <a:spLocks noGrp="1"/>
          </p:cNvSpPr>
          <p:nvPr>
            <p:ph type="sldNum" idx="2"/>
          </p:nvPr>
        </p:nvSpPr>
        <p:spPr>
          <a:xfrm>
            <a:off x="7227360" y="5165280"/>
            <a:ext cx="2346840" cy="389160"/>
          </a:xfrm>
          <a:prstGeom prst="rect">
            <a:avLst/>
          </a:prstGeom>
          <a:noFill/>
          <a:ln w="0">
            <a:noFill/>
          </a:ln>
        </p:spPr>
        <p:txBody>
          <a:bodyPr lIns="0" rIns="0" tIns="0" bIns="0" anchor="t">
            <a:noAutofit/>
          </a:bodyPr>
          <a:lstStyle>
            <a:lvl1pPr algn="r">
              <a:lnSpc>
                <a:spcPct val="100000"/>
              </a:lnSpc>
              <a:buNone/>
              <a:defRPr b="0" lang="en-GB" sz="1400" spc="-1" strike="noStrike">
                <a:latin typeface="Times New Roman"/>
              </a:defRPr>
            </a:lvl1pPr>
          </a:lstStyle>
          <a:p>
            <a:pPr algn="r">
              <a:lnSpc>
                <a:spcPct val="100000"/>
              </a:lnSpc>
              <a:buNone/>
            </a:pPr>
            <a:fld id="{3D332BAA-4474-40D8-B90E-EC9A40582670}" type="slidenum">
              <a:rPr b="0" lang="en-GB" sz="1400" spc="-1" strike="noStrike">
                <a:latin typeface="Times New Roman"/>
              </a:rPr>
              <a:t>89</a:t>
            </a:fld>
            <a:endParaRPr b="0" lang="en-GB" sz="1400" spc="-1" strike="noStrike">
              <a:latin typeface="Times New Roman"/>
            </a:endParaRPr>
          </a:p>
        </p:txBody>
      </p:sp>
      <p:sp>
        <p:nvSpPr>
          <p:cNvPr id="2" name="PlaceHolder 3"/>
          <p:cNvSpPr>
            <a:spLocks noGrp="1"/>
          </p:cNvSpPr>
          <p:nvPr>
            <p:ph type="dt" idx="3"/>
          </p:nvPr>
        </p:nvSpPr>
        <p:spPr>
          <a:xfrm>
            <a:off x="504000" y="5165280"/>
            <a:ext cx="2346840" cy="389160"/>
          </a:xfrm>
          <a:prstGeom prst="rect">
            <a:avLst/>
          </a:prstGeom>
          <a:noFill/>
          <a:ln w="0">
            <a:noFill/>
          </a:ln>
        </p:spPr>
        <p:txBody>
          <a:bodyPr lIns="0" rIns="0" tIns="0" bIns="0" anchor="t">
            <a:noAutofit/>
          </a:bodyPr>
          <a:lstStyle>
            <a:lvl1pPr>
              <a:defRPr b="0" lang="en-GB" sz="1400" spc="-1" strike="noStrike">
                <a:latin typeface="Times New Roman"/>
              </a:defRPr>
            </a:lvl1pPr>
          </a:lstStyle>
          <a:p>
            <a:r>
              <a:rPr b="0" lang="en-GB" sz="1400" spc="-1" strike="noStrike">
                <a:latin typeface="Times New Roman"/>
              </a:rPr>
              <a:t> </a:t>
            </a:r>
            <a:endParaRPr b="0" lang="en-GB" sz="1400" spc="-1" strike="noStrike">
              <a:latin typeface="Times New Roman"/>
            </a:endParaRPr>
          </a:p>
        </p:txBody>
      </p:sp>
      <p:sp>
        <p:nvSpPr>
          <p:cNvPr id="3"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ftr" idx="4"/>
          </p:nvPr>
        </p:nvSpPr>
        <p:spPr>
          <a:xfrm>
            <a:off x="3447360" y="5165280"/>
            <a:ext cx="3193560" cy="389160"/>
          </a:xfrm>
          <a:prstGeom prst="rect">
            <a:avLst/>
          </a:prstGeom>
          <a:noFill/>
          <a:ln w="0">
            <a:noFill/>
          </a:ln>
        </p:spPr>
        <p:txBody>
          <a:bodyPr lIns="0" rIns="0" tIns="0" bIns="0" anchor="t">
            <a:noAutofit/>
          </a:bodyPr>
          <a:lstStyle>
            <a:lvl1pPr algn="ctr">
              <a:lnSpc>
                <a:spcPct val="100000"/>
              </a:lnSpc>
              <a:buNone/>
              <a:defRPr b="0" lang="en-GB" sz="1400" spc="-1" strike="noStrike">
                <a:latin typeface="Times New Roman"/>
              </a:defRPr>
            </a:lvl1pPr>
          </a:lstStyle>
          <a:p>
            <a:pPr algn="ctr">
              <a:lnSpc>
                <a:spcPct val="100000"/>
              </a:lnSpc>
              <a:buNone/>
            </a:pPr>
            <a:r>
              <a:rPr b="0" lang="en-GB" sz="1400" spc="-1" strike="noStrike">
                <a:latin typeface="Times New Roman"/>
              </a:rPr>
              <a:t>&lt;footer&gt;</a:t>
            </a:r>
            <a:endParaRPr b="0" lang="en-GB" sz="1400" spc="-1" strike="noStrike">
              <a:latin typeface="Times New Roman"/>
            </a:endParaRPr>
          </a:p>
        </p:txBody>
      </p:sp>
      <p:sp>
        <p:nvSpPr>
          <p:cNvPr id="42" name="PlaceHolder 2"/>
          <p:cNvSpPr>
            <a:spLocks noGrp="1"/>
          </p:cNvSpPr>
          <p:nvPr>
            <p:ph type="sldNum" idx="5"/>
          </p:nvPr>
        </p:nvSpPr>
        <p:spPr>
          <a:xfrm>
            <a:off x="7227360" y="5165280"/>
            <a:ext cx="2346840" cy="389160"/>
          </a:xfrm>
          <a:prstGeom prst="rect">
            <a:avLst/>
          </a:prstGeom>
          <a:noFill/>
          <a:ln w="0">
            <a:noFill/>
          </a:ln>
        </p:spPr>
        <p:txBody>
          <a:bodyPr lIns="0" rIns="0" tIns="0" bIns="0" anchor="t">
            <a:noAutofit/>
          </a:bodyPr>
          <a:lstStyle>
            <a:lvl1pPr algn="r">
              <a:lnSpc>
                <a:spcPct val="100000"/>
              </a:lnSpc>
              <a:buNone/>
              <a:defRPr b="0" lang="en-GB" sz="1400" spc="-1" strike="noStrike">
                <a:latin typeface="Times New Roman"/>
              </a:defRPr>
            </a:lvl1pPr>
          </a:lstStyle>
          <a:p>
            <a:pPr algn="r">
              <a:lnSpc>
                <a:spcPct val="100000"/>
              </a:lnSpc>
              <a:buNone/>
            </a:pPr>
            <a:fld id="{CD4C1C96-5898-4AF1-BF5E-5853E9F8C4B5}" type="slidenum">
              <a:rPr b="0" lang="en-GB" sz="1400" spc="-1" strike="noStrike">
                <a:latin typeface="Times New Roman"/>
              </a:rPr>
              <a:t>&lt;number&gt;</a:t>
            </a:fld>
            <a:endParaRPr b="0" lang="en-GB" sz="1400" spc="-1" strike="noStrike">
              <a:latin typeface="Times New Roman"/>
            </a:endParaRPr>
          </a:p>
        </p:txBody>
      </p:sp>
      <p:sp>
        <p:nvSpPr>
          <p:cNvPr id="43" name="PlaceHolder 3"/>
          <p:cNvSpPr>
            <a:spLocks noGrp="1"/>
          </p:cNvSpPr>
          <p:nvPr>
            <p:ph type="dt" idx="6"/>
          </p:nvPr>
        </p:nvSpPr>
        <p:spPr>
          <a:xfrm>
            <a:off x="504000" y="5165280"/>
            <a:ext cx="2346840" cy="389160"/>
          </a:xfrm>
          <a:prstGeom prst="rect">
            <a:avLst/>
          </a:prstGeom>
          <a:noFill/>
          <a:ln w="0">
            <a:noFill/>
          </a:ln>
        </p:spPr>
        <p:txBody>
          <a:bodyPr lIns="0" rIns="0" tIns="0" bIns="0" anchor="t">
            <a:noAutofit/>
          </a:bodyPr>
          <a:lstStyle>
            <a:lvl1pPr>
              <a:defRPr b="0" lang="en-GB" sz="1400" spc="-1" strike="noStrike">
                <a:latin typeface="Times New Roman"/>
              </a:defRPr>
            </a:lvl1pPr>
          </a:lstStyle>
          <a:p>
            <a:r>
              <a:rPr b="0" lang="en-GB" sz="1400" spc="-1" strike="noStrike">
                <a:latin typeface="Times New Roman"/>
              </a:rPr>
              <a:t>&lt;date/time&gt;</a:t>
            </a:r>
            <a:endParaRPr b="0" lang="en-GB" sz="1400" spc="-1" strike="noStrike">
              <a:latin typeface="Times New Roman"/>
            </a:endParaRPr>
          </a:p>
        </p:txBody>
      </p:sp>
      <p:sp>
        <p:nvSpPr>
          <p:cNvPr id="4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4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ftr" idx="7"/>
          </p:nvPr>
        </p:nvSpPr>
        <p:spPr>
          <a:xfrm>
            <a:off x="3447360" y="5165280"/>
            <a:ext cx="3193560" cy="389160"/>
          </a:xfrm>
          <a:prstGeom prst="rect">
            <a:avLst/>
          </a:prstGeom>
          <a:noFill/>
          <a:ln w="0">
            <a:noFill/>
          </a:ln>
        </p:spPr>
        <p:txBody>
          <a:bodyPr lIns="0" rIns="0" tIns="0" bIns="0" anchor="t">
            <a:noAutofit/>
          </a:bodyPr>
          <a:lstStyle>
            <a:lvl1pPr algn="ctr">
              <a:lnSpc>
                <a:spcPct val="100000"/>
              </a:lnSpc>
              <a:buNone/>
              <a:defRPr b="0" lang="en-GB" sz="1400" spc="-1" strike="noStrike">
                <a:latin typeface="Times New Roman"/>
              </a:defRPr>
            </a:lvl1pPr>
          </a:lstStyle>
          <a:p>
            <a:pPr algn="ctr">
              <a:lnSpc>
                <a:spcPct val="100000"/>
              </a:lnSpc>
              <a:buNone/>
            </a:pPr>
            <a:r>
              <a:rPr b="0" lang="en-GB" sz="1400" spc="-1" strike="noStrike">
                <a:latin typeface="Times New Roman"/>
              </a:rPr>
              <a:t>&lt;footer&gt;</a:t>
            </a:r>
            <a:endParaRPr b="0" lang="en-GB" sz="1400" spc="-1" strike="noStrike">
              <a:latin typeface="Times New Roman"/>
            </a:endParaRPr>
          </a:p>
        </p:txBody>
      </p:sp>
      <p:sp>
        <p:nvSpPr>
          <p:cNvPr id="83" name="PlaceHolder 2"/>
          <p:cNvSpPr>
            <a:spLocks noGrp="1"/>
          </p:cNvSpPr>
          <p:nvPr>
            <p:ph type="sldNum" idx="8"/>
          </p:nvPr>
        </p:nvSpPr>
        <p:spPr>
          <a:xfrm>
            <a:off x="7227360" y="5165280"/>
            <a:ext cx="2346840" cy="389160"/>
          </a:xfrm>
          <a:prstGeom prst="rect">
            <a:avLst/>
          </a:prstGeom>
          <a:noFill/>
          <a:ln w="0">
            <a:noFill/>
          </a:ln>
        </p:spPr>
        <p:txBody>
          <a:bodyPr lIns="0" rIns="0" tIns="0" bIns="0" anchor="t">
            <a:noAutofit/>
          </a:bodyPr>
          <a:lstStyle>
            <a:lvl1pPr algn="r">
              <a:lnSpc>
                <a:spcPct val="100000"/>
              </a:lnSpc>
              <a:buNone/>
              <a:defRPr b="0" lang="en-GB" sz="1400" spc="-1" strike="noStrike">
                <a:latin typeface="Times New Roman"/>
              </a:defRPr>
            </a:lvl1pPr>
          </a:lstStyle>
          <a:p>
            <a:pPr algn="r">
              <a:lnSpc>
                <a:spcPct val="100000"/>
              </a:lnSpc>
              <a:buNone/>
            </a:pPr>
            <a:fld id="{EF7A0027-79F3-4793-8D41-2B9E388081C2}" type="slidenum">
              <a:rPr b="0" lang="en-GB" sz="1400" spc="-1" strike="noStrike">
                <a:latin typeface="Times New Roman"/>
              </a:rPr>
              <a:t>&lt;number&gt;</a:t>
            </a:fld>
            <a:endParaRPr b="0" lang="en-GB" sz="1400" spc="-1" strike="noStrike">
              <a:latin typeface="Times New Roman"/>
            </a:endParaRPr>
          </a:p>
        </p:txBody>
      </p:sp>
      <p:sp>
        <p:nvSpPr>
          <p:cNvPr id="84" name="PlaceHolder 3"/>
          <p:cNvSpPr>
            <a:spLocks noGrp="1"/>
          </p:cNvSpPr>
          <p:nvPr>
            <p:ph type="dt" idx="9"/>
          </p:nvPr>
        </p:nvSpPr>
        <p:spPr>
          <a:xfrm>
            <a:off x="504000" y="5165280"/>
            <a:ext cx="2346840" cy="389160"/>
          </a:xfrm>
          <a:prstGeom prst="rect">
            <a:avLst/>
          </a:prstGeom>
          <a:noFill/>
          <a:ln w="0">
            <a:noFill/>
          </a:ln>
        </p:spPr>
        <p:txBody>
          <a:bodyPr lIns="0" rIns="0" tIns="0" bIns="0" anchor="t">
            <a:noAutofit/>
          </a:bodyPr>
          <a:lstStyle>
            <a:lvl1pPr>
              <a:defRPr b="0" lang="en-GB" sz="1400" spc="-1" strike="noStrike">
                <a:latin typeface="Times New Roman"/>
              </a:defRPr>
            </a:lvl1pPr>
          </a:lstStyle>
          <a:p>
            <a:r>
              <a:rPr b="0" lang="en-GB" sz="1400" spc="-1" strike="noStrike">
                <a:latin typeface="Times New Roman"/>
              </a:rPr>
              <a:t>&lt;date/time&gt;</a:t>
            </a:r>
            <a:endParaRPr b="0" lang="en-GB" sz="1400" spc="-1" strike="noStrike">
              <a:latin typeface="Times New Roman"/>
            </a:endParaRPr>
          </a:p>
        </p:txBody>
      </p:sp>
      <p:sp>
        <p:nvSpPr>
          <p:cNvPr id="85"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8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ftr" idx="10"/>
          </p:nvPr>
        </p:nvSpPr>
        <p:spPr>
          <a:xfrm>
            <a:off x="3447360" y="5165280"/>
            <a:ext cx="3193560" cy="389160"/>
          </a:xfrm>
          <a:prstGeom prst="rect">
            <a:avLst/>
          </a:prstGeom>
          <a:noFill/>
          <a:ln w="0">
            <a:noFill/>
          </a:ln>
        </p:spPr>
        <p:txBody>
          <a:bodyPr lIns="0" rIns="0" tIns="0" bIns="0" anchor="t">
            <a:noAutofit/>
          </a:bodyPr>
          <a:lstStyle>
            <a:lvl1pPr algn="ctr">
              <a:lnSpc>
                <a:spcPct val="100000"/>
              </a:lnSpc>
              <a:buNone/>
              <a:defRPr b="0" lang="en-GB" sz="1400" spc="-1" strike="noStrike">
                <a:latin typeface="Times New Roman"/>
              </a:defRPr>
            </a:lvl1pPr>
          </a:lstStyle>
          <a:p>
            <a:pPr algn="ctr">
              <a:lnSpc>
                <a:spcPct val="100000"/>
              </a:lnSpc>
              <a:buNone/>
            </a:pPr>
            <a:r>
              <a:rPr b="0" lang="en-GB" sz="1400" spc="-1" strike="noStrike">
                <a:latin typeface="Times New Roman"/>
              </a:rPr>
              <a:t>&lt;footer&gt;</a:t>
            </a:r>
            <a:endParaRPr b="0" lang="en-GB" sz="1400" spc="-1" strike="noStrike">
              <a:latin typeface="Times New Roman"/>
            </a:endParaRPr>
          </a:p>
        </p:txBody>
      </p:sp>
      <p:sp>
        <p:nvSpPr>
          <p:cNvPr id="124" name="PlaceHolder 2"/>
          <p:cNvSpPr>
            <a:spLocks noGrp="1"/>
          </p:cNvSpPr>
          <p:nvPr>
            <p:ph type="sldNum" idx="11"/>
          </p:nvPr>
        </p:nvSpPr>
        <p:spPr>
          <a:xfrm>
            <a:off x="7227360" y="5165280"/>
            <a:ext cx="2346840" cy="389160"/>
          </a:xfrm>
          <a:prstGeom prst="rect">
            <a:avLst/>
          </a:prstGeom>
          <a:noFill/>
          <a:ln w="0">
            <a:noFill/>
          </a:ln>
        </p:spPr>
        <p:txBody>
          <a:bodyPr lIns="0" rIns="0" tIns="0" bIns="0" anchor="t">
            <a:noAutofit/>
          </a:bodyPr>
          <a:lstStyle>
            <a:lvl1pPr algn="r">
              <a:lnSpc>
                <a:spcPct val="100000"/>
              </a:lnSpc>
              <a:buNone/>
              <a:defRPr b="0" lang="en-GB" sz="1400" spc="-1" strike="noStrike">
                <a:latin typeface="Times New Roman"/>
              </a:defRPr>
            </a:lvl1pPr>
          </a:lstStyle>
          <a:p>
            <a:pPr algn="r">
              <a:lnSpc>
                <a:spcPct val="100000"/>
              </a:lnSpc>
              <a:buNone/>
            </a:pPr>
            <a:fld id="{CCAB5E98-7438-4BAD-AEC4-A25C941BB7AB}" type="slidenum">
              <a:rPr b="0" lang="en-GB" sz="1400" spc="-1" strike="noStrike">
                <a:latin typeface="Times New Roman"/>
              </a:rPr>
              <a:t>&lt;number&gt;</a:t>
            </a:fld>
            <a:endParaRPr b="0" lang="en-GB" sz="1400" spc="-1" strike="noStrike">
              <a:latin typeface="Times New Roman"/>
            </a:endParaRPr>
          </a:p>
        </p:txBody>
      </p:sp>
      <p:sp>
        <p:nvSpPr>
          <p:cNvPr id="125" name="PlaceHolder 3"/>
          <p:cNvSpPr>
            <a:spLocks noGrp="1"/>
          </p:cNvSpPr>
          <p:nvPr>
            <p:ph type="dt" idx="12"/>
          </p:nvPr>
        </p:nvSpPr>
        <p:spPr>
          <a:xfrm>
            <a:off x="504000" y="5165280"/>
            <a:ext cx="2346840" cy="389160"/>
          </a:xfrm>
          <a:prstGeom prst="rect">
            <a:avLst/>
          </a:prstGeom>
          <a:noFill/>
          <a:ln w="0">
            <a:noFill/>
          </a:ln>
        </p:spPr>
        <p:txBody>
          <a:bodyPr lIns="0" rIns="0" tIns="0" bIns="0" anchor="t">
            <a:noAutofit/>
          </a:bodyPr>
          <a:lstStyle>
            <a:lvl1pPr>
              <a:defRPr b="0" lang="en-GB" sz="1400" spc="-1" strike="noStrike">
                <a:latin typeface="Times New Roman"/>
              </a:defRPr>
            </a:lvl1pPr>
          </a:lstStyle>
          <a:p>
            <a:r>
              <a:rPr b="0" lang="en-GB" sz="1400" spc="-1" strike="noStrike">
                <a:latin typeface="Times New Roman"/>
              </a:rPr>
              <a:t>&lt;date/time&gt;</a:t>
            </a:r>
            <a:endParaRPr b="0" lang="en-GB" sz="1400" spc="-1" strike="noStrike">
              <a:latin typeface="Times New Roman"/>
            </a:endParaRPr>
          </a:p>
        </p:txBody>
      </p:sp>
      <p:sp>
        <p:nvSpPr>
          <p:cNvPr id="126"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12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165" name="PlaceHolder 2"/>
          <p:cNvSpPr>
            <a:spLocks noGrp="1"/>
          </p:cNvSpPr>
          <p:nvPr>
            <p:ph type="body"/>
          </p:nvPr>
        </p:nvSpPr>
        <p:spPr>
          <a:xfrm>
            <a:off x="504000" y="1326600"/>
            <a:ext cx="9071280" cy="3287880"/>
          </a:xfrm>
          <a:prstGeom prst="rect">
            <a:avLst/>
          </a:prstGeom>
          <a:noFill/>
          <a:ln w="0">
            <a:noFill/>
          </a:ln>
        </p:spPr>
        <p:txBody>
          <a:bodyPr lIns="0" rIns="0" tIns="0" bIns="0" anchor="t">
            <a:normAutofit/>
          </a:bodyPr>
          <a:p>
            <a:pPr marL="432000" indent="-324000">
              <a:spcBef>
                <a:spcPts val="1769"/>
              </a:spcBef>
              <a:buClr>
                <a:srgbClr val="000000"/>
              </a:buClr>
              <a:buSzPct val="45000"/>
              <a:buFont typeface="Wingdings" charset="2"/>
              <a:buChar char=""/>
            </a:pPr>
            <a:r>
              <a:rPr b="0" lang="en-GB" sz="4000" spc="-1" strike="noStrike">
                <a:latin typeface="Arial"/>
              </a:rPr>
              <a:t>Click to edit the outline text format</a:t>
            </a:r>
            <a:endParaRPr b="0" lang="en-GB" sz="40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
        <p:nvSpPr>
          <p:cNvPr id="166" name="PlaceHolder 3"/>
          <p:cNvSpPr>
            <a:spLocks noGrp="1"/>
          </p:cNvSpPr>
          <p:nvPr>
            <p:ph type="ftr" idx="13"/>
          </p:nvPr>
        </p:nvSpPr>
        <p:spPr>
          <a:xfrm>
            <a:off x="3447360" y="5165280"/>
            <a:ext cx="3193560" cy="389160"/>
          </a:xfrm>
          <a:prstGeom prst="rect">
            <a:avLst/>
          </a:prstGeom>
          <a:noFill/>
          <a:ln w="0">
            <a:noFill/>
          </a:ln>
        </p:spPr>
        <p:txBody>
          <a:bodyPr lIns="0" rIns="0" tIns="0" bIns="0" anchor="t">
            <a:noAutofit/>
          </a:bodyPr>
          <a:lstStyle>
            <a:lvl1pPr algn="ctr">
              <a:lnSpc>
                <a:spcPct val="100000"/>
              </a:lnSpc>
              <a:buNone/>
              <a:defRPr b="0" lang="en-GB" sz="1400" spc="-1" strike="noStrike">
                <a:latin typeface="Times New Roman"/>
              </a:defRPr>
            </a:lvl1pPr>
          </a:lstStyle>
          <a:p>
            <a:pPr algn="ctr">
              <a:lnSpc>
                <a:spcPct val="100000"/>
              </a:lnSpc>
              <a:buNone/>
            </a:pPr>
            <a:r>
              <a:rPr b="0" lang="en-GB" sz="1400" spc="-1" strike="noStrike">
                <a:latin typeface="Times New Roman"/>
              </a:rPr>
              <a:t>&lt;footer&gt;</a:t>
            </a:r>
            <a:endParaRPr b="0" lang="en-GB" sz="1400" spc="-1" strike="noStrike">
              <a:latin typeface="Times New Roman"/>
            </a:endParaRPr>
          </a:p>
        </p:txBody>
      </p:sp>
      <p:sp>
        <p:nvSpPr>
          <p:cNvPr id="167" name="PlaceHolder 4"/>
          <p:cNvSpPr>
            <a:spLocks noGrp="1"/>
          </p:cNvSpPr>
          <p:nvPr>
            <p:ph type="sldNum" idx="14"/>
          </p:nvPr>
        </p:nvSpPr>
        <p:spPr>
          <a:xfrm>
            <a:off x="7227360" y="5165280"/>
            <a:ext cx="2346840" cy="389160"/>
          </a:xfrm>
          <a:prstGeom prst="rect">
            <a:avLst/>
          </a:prstGeom>
          <a:noFill/>
          <a:ln w="0">
            <a:noFill/>
          </a:ln>
        </p:spPr>
        <p:txBody>
          <a:bodyPr lIns="0" rIns="0" tIns="0" bIns="0" anchor="t">
            <a:noAutofit/>
          </a:bodyPr>
          <a:lstStyle>
            <a:lvl1pPr algn="r">
              <a:lnSpc>
                <a:spcPct val="100000"/>
              </a:lnSpc>
              <a:buNone/>
              <a:defRPr b="0" lang="en-GB" sz="1400" spc="-1" strike="noStrike">
                <a:latin typeface="Times New Roman"/>
              </a:defRPr>
            </a:lvl1pPr>
          </a:lstStyle>
          <a:p>
            <a:pPr algn="r">
              <a:lnSpc>
                <a:spcPct val="100000"/>
              </a:lnSpc>
              <a:buNone/>
            </a:pPr>
            <a:fld id="{735BBEE0-9597-482A-8BBE-A77F51C362B4}" type="slidenum">
              <a:rPr b="0" lang="en-GB" sz="1400" spc="-1" strike="noStrike">
                <a:latin typeface="Times New Roman"/>
              </a:rPr>
              <a:t>&lt;number&gt;</a:t>
            </a:fld>
            <a:endParaRPr b="0" lang="en-GB" sz="1400" spc="-1" strike="noStrike">
              <a:latin typeface="Times New Roman"/>
            </a:endParaRPr>
          </a:p>
        </p:txBody>
      </p:sp>
      <p:sp>
        <p:nvSpPr>
          <p:cNvPr id="168" name="PlaceHolder 5"/>
          <p:cNvSpPr>
            <a:spLocks noGrp="1"/>
          </p:cNvSpPr>
          <p:nvPr>
            <p:ph type="dt" idx="15"/>
          </p:nvPr>
        </p:nvSpPr>
        <p:spPr>
          <a:xfrm>
            <a:off x="504000" y="5165280"/>
            <a:ext cx="2346840" cy="389160"/>
          </a:xfrm>
          <a:prstGeom prst="rect">
            <a:avLst/>
          </a:prstGeom>
          <a:noFill/>
          <a:ln w="0">
            <a:noFill/>
          </a:ln>
        </p:spPr>
        <p:txBody>
          <a:bodyPr lIns="0" rIns="0" tIns="0" bIns="0" anchor="t">
            <a:noAutofit/>
          </a:bodyPr>
          <a:lstStyle>
            <a:lvl1pPr>
              <a:defRPr b="0" lang="en-GB" sz="1400" spc="-1" strike="noStrike">
                <a:latin typeface="Times New Roman"/>
              </a:defRPr>
            </a:lvl1pPr>
          </a:lstStyle>
          <a:p>
            <a:r>
              <a:rPr b="0" lang="en-GB" sz="1400" spc="-1" strike="noStrike">
                <a:latin typeface="Times New Roman"/>
              </a:rPr>
              <a:t>&lt;date/time&gt;</a:t>
            </a:r>
            <a:endParaRPr b="0" lang="en-GB"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5.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5.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
</Relationships>
</file>

<file path=ppt/slides/_rels/slide5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
</Relationships>
</file>

<file path=ppt/slides/_rels/slide5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
</Relationships>
</file>

<file path=ppt/slides/_rels/slide5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7.xml"/>
</Relationships>
</file>

<file path=ppt/slides/_rels/slide5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
</Relationships>
</file>

<file path=ppt/slides/_rels/slide5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7.xml"/>
</Relationships>
</file>

<file path=ppt/slides/_rels/slide5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
</Relationships>
</file>

<file path=ppt/slides/_rels/slide5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
</Relationships>
</file>

<file path=ppt/slides/_rels/slide5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
</Relationships>
</file>

<file path=ppt/slides/_rels/slide5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
</Relationships>
</file>

<file path=ppt/slides/_rels/slide6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9.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9.xml"/>
</Relationships>
</file>

<file path=ppt/slides/_rels/slide7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9.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Introduction to Machine Learning</a:t>
            </a:r>
            <a:endParaRPr b="0" lang="en-GB" sz="4400" spc="-1" strike="noStrike">
              <a:latin typeface="Arial"/>
            </a:endParaRPr>
          </a:p>
        </p:txBody>
      </p:sp>
      <p:sp>
        <p:nvSpPr>
          <p:cNvPr id="206" name="PlaceHolder 2"/>
          <p:cNvSpPr>
            <a:spLocks noGrp="1"/>
          </p:cNvSpPr>
          <p:nvPr>
            <p:ph type="subTitle"/>
          </p:nvPr>
        </p:nvSpPr>
        <p:spPr>
          <a:xfrm>
            <a:off x="504000" y="1326600"/>
            <a:ext cx="9070200" cy="328680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0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7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Traditional Programming: You write explicit rules (e.g., "IF email contains 'free money' THEN mark as spam"). This works for simple problems but becomes unmanageable for complex ones with many variables.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 computer program is said to learn from experience E with respect to some task T and some performance measure P, if its performance on T, as measured by P, improves with experience 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What is Machine Learning?</a:t>
            </a:r>
            <a:endParaRPr b="0" lang="en-GB" sz="4400" spc="-1" strike="noStrike">
              <a:latin typeface="Arial"/>
            </a:endParaRPr>
          </a:p>
        </p:txBody>
      </p:sp>
      <p:sp>
        <p:nvSpPr>
          <p:cNvPr id="21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Machine Learning (ML) is a subset of Artificial Intelligence (AI) that gives computers the ability to learn and improve from experience without being explicitly programmed.</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Machine Learning (ML) is a subfield of artificial intelligence (AI) that focuses on building systems that can learn from data rather than being explicitly programmed for a specific task. Instead of writing precise instructions for every possible scenario, we feed the machine large amounts of data, and it "learns" patterns and relationships from that data to make predictions or decisions on new, unseen data.</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Why is ML important</a:t>
            </a:r>
            <a:endParaRPr b="0" lang="en-GB" sz="4400" spc="-1" strike="noStrike">
              <a:latin typeface="Arial"/>
            </a:endParaRPr>
          </a:p>
        </p:txBody>
      </p:sp>
      <p:sp>
        <p:nvSpPr>
          <p:cNvPr id="21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6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Solves complex problems: Problems with too many factors for humans to explicitly program (e.g., image recognition, natural language processing).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Adaptability: ML systems can adapt to new data and changing environments.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Automation: Automates tasks that are repetitive or require significant human effort.</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Personalization: Enables personalized experiences (e.g., recommendation systems).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Core Concepts of ML</a:t>
            </a:r>
            <a:endParaRPr b="0" lang="en-GB" sz="4400" spc="-1" strike="noStrike">
              <a:latin typeface="Arial"/>
            </a:endParaRPr>
          </a:p>
        </p:txBody>
      </p:sp>
      <p:sp>
        <p:nvSpPr>
          <p:cNvPr id="21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6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Data: The fuel for machine learning. It can be structured (like tables in a database) or unstructured (like images, text, or videos).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Features (or Attributes): The individual measurable properties or characteristics of the data being observed. For example, in predicting house prices, features might include square footage, number of bedrooms, and location.</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Instances (or Samples): A single data point or observation (e.g., a specific house with its features).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Labels (or Targets): The output or the value we are trying to predict for a given instance (e.g., the price of a house). This is primarily used in supervised learning.</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Core Concepts of ML</a:t>
            </a:r>
            <a:endParaRPr b="0" lang="en-GB" sz="4400" spc="-1" strike="noStrike">
              <a:latin typeface="Arial"/>
            </a:endParaRPr>
          </a:p>
        </p:txBody>
      </p:sp>
      <p:sp>
        <p:nvSpPr>
          <p:cNvPr id="21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56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Model: A mathematical representation learned from the data. The model is what makes predictions or decisions. Think of it as the "knowledge" the machine has acquired.</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Training: The process of feeding data to an algorithm to learn the model. The algorithm iteratively adjusts the model's parameters to minimize errors on the training data.</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Testing (or Evaluation): The process of assessing the trained model's performance on new, unseen data (test data) to see how well it generalizes.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Prediction/Inference: Using the trained model to make predictions on new data for which we don't know the outcome.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504000" y="74160"/>
            <a:ext cx="9070200" cy="124884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Types of Machine Learning</a:t>
            </a:r>
            <a:br>
              <a:rPr sz="4400"/>
            </a:br>
            <a:endParaRPr b="0" lang="en-GB" sz="4400" spc="-1" strike="noStrike">
              <a:latin typeface="Arial"/>
            </a:endParaRPr>
          </a:p>
        </p:txBody>
      </p:sp>
      <p:sp>
        <p:nvSpPr>
          <p:cNvPr id="21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3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Supervised Learning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Unsupervised Learning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Reinforcement Learning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Supervised Learning</a:t>
            </a:r>
            <a:endParaRPr b="0" lang="en-GB" sz="4400" spc="-1" strike="noStrike">
              <a:latin typeface="Arial"/>
            </a:endParaRPr>
          </a:p>
        </p:txBody>
      </p:sp>
      <p:sp>
        <p:nvSpPr>
          <p:cNvPr id="22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algorithm learns from labeled data. This means each data point in the training set has an input (features) and a corresponding correct output (label).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goal is to learn a mapping function that can predict the output for new, unseen inputs.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Types of Supervised Learning</a:t>
            </a:r>
            <a:endParaRPr b="0" lang="en-GB" sz="4400" spc="-1" strike="noStrike">
              <a:latin typeface="Arial"/>
            </a:endParaRPr>
          </a:p>
        </p:txBody>
      </p:sp>
      <p:sp>
        <p:nvSpPr>
          <p:cNvPr id="222"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Classification (e.g., "spam" or "not spam," "cat" or "dog," "fraudulent" or "legitimate")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Regression (e.g., house price, temperature, stock price)</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504000" y="-550800"/>
            <a:ext cx="9070200" cy="2498760"/>
          </a:xfrm>
          <a:prstGeom prst="rect">
            <a:avLst/>
          </a:prstGeom>
          <a:noFill/>
          <a:ln w="0">
            <a:noFill/>
          </a:ln>
        </p:spPr>
        <p:txBody>
          <a:bodyPr lIns="0" rIns="0" tIns="0" bIns="0" anchor="ctr">
            <a:noAutofit/>
          </a:bodyPr>
          <a:p>
            <a:pPr algn="ctr">
              <a:lnSpc>
                <a:spcPct val="100000"/>
              </a:lnSpc>
              <a:buNone/>
            </a:pPr>
            <a:br>
              <a:rPr sz="4400"/>
            </a:br>
            <a:r>
              <a:rPr b="0" lang="en-GB" sz="4400" spc="-1" strike="noStrike">
                <a:latin typeface="Arial"/>
              </a:rPr>
              <a:t>Key methods </a:t>
            </a:r>
            <a:br>
              <a:rPr sz="4400"/>
            </a:br>
            <a:br>
              <a:rPr sz="4400"/>
            </a:br>
            <a:endParaRPr b="0" lang="en-GB" sz="4400" spc="-1" strike="noStrike">
              <a:latin typeface="Arial"/>
            </a:endParaRPr>
          </a:p>
        </p:txBody>
      </p:sp>
      <p:sp>
        <p:nvSpPr>
          <p:cNvPr id="22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53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Linear Regression: Predicts a continuous target variable, assuming a linear relationship with inputs. For example, predicting house prices based on square footage. The goal is to minimize the sum of squared errors, often using the least squares method.</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Logistic Regression: Used for binary classification, modeling the probability of an input belonging to a class (e.g., 0 or 1) using the logistic (sigmoid) function. It maximizes the likelihood of observed data, making it suitable for tasks like email spam detection.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Decision Trees: A tree-like model where each node represents a decision based on a feature, leading to a class label or value at the leaves. It's intuitive, used for both classification and regression, and splits data to minimize impurity measures like Gini or entropy.</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2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Support Vector Machines (SVMs): Finds the optimal hyperplane to separate classes, maximizing the margin between them. It can handle non-linear data using kernel tricks, making it versatile for complex classification tasks.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Neural Networks (Basics): Inspired by the human brain, these consist of layers of interconnected nodes (neurons) processing data. They're trained via backpropagation and gradient descent, excelling in tasks like image recognition,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504000" y="74160"/>
            <a:ext cx="9070200" cy="124884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Real-World Examples of Supervised Learning</a:t>
            </a:r>
            <a:endParaRPr b="0" lang="en-GB" sz="4400" spc="-1" strike="noStrike">
              <a:latin typeface="Arial"/>
            </a:endParaRPr>
          </a:p>
        </p:txBody>
      </p:sp>
      <p:sp>
        <p:nvSpPr>
          <p:cNvPr id="22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2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Application             | Type           | Description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 | -------------- | ------------------------------------------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Medical Diagnosis       | Classification | Classify if a tumor is benign or malignant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Stock Market Prediction | Regression     | Predict future stock prices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Email Spam Detection    | Classification | Label emails as spam or not spam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3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4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Spam Detection: Email services like Gmail train models on emails labeled as spam or not, helping filter unwanted messages.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Image Recognition: Platforms like Instagram use it to tag photos, identifying objects like dogs or faces.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House Price Prediction: Real estate tools like Zillow predict prices based on features like size and location.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Medical Diagnosis: Systems like IBM Watson Health predict diseases from patient data, aiding doctors.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Customer Churn Prediction: Companies like Netflix predict which users might leave, offering personalized offers to retain them.</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Unsupervised Learning</a:t>
            </a:r>
            <a:endParaRPr b="0" lang="en-GB" sz="4400" spc="-1" strike="noStrike">
              <a:latin typeface="Arial"/>
            </a:endParaRPr>
          </a:p>
        </p:txBody>
      </p:sp>
      <p:sp>
        <p:nvSpPr>
          <p:cNvPr id="23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5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algorithm learns from unlabeled data. It tries to find hidden patterns, structures, or relationships within the data itself without explicit guidance on what to look for.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Analogy: Exploring a new dataset to discover interesting groupings or anomalies on your own.</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Types of UnSupervised Learning</a:t>
            </a:r>
            <a:endParaRPr b="0" lang="en-GB" sz="4400" spc="-1" strike="noStrike">
              <a:latin typeface="Arial"/>
            </a:endParaRPr>
          </a:p>
        </p:txBody>
      </p:sp>
      <p:sp>
        <p:nvSpPr>
          <p:cNvPr id="23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ea typeface="Noto Sans CJK SC"/>
              </a:rPr>
              <a:t>Clustering: Grouping similar data points together based on their features (e.g., customer segmentation, grouping similar documents, Anomaly Detection).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ea typeface="Noto Sans CJK SC"/>
              </a:rPr>
              <a:t>Dimensionality Reduction: Reducing the number of features while preserving important information (e.g., for data visualization or to improve performance of other ML algorithms).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238320"/>
            <a:ext cx="9070200" cy="18738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Algorithms for Unsupervised Learning</a:t>
            </a:r>
            <a:br>
              <a:rPr sz="4400"/>
            </a:br>
            <a:endParaRPr b="0" lang="en-GB" sz="4400" spc="-1" strike="noStrike">
              <a:latin typeface="Arial"/>
            </a:endParaRPr>
          </a:p>
        </p:txBody>
      </p:sp>
      <p:sp>
        <p:nvSpPr>
          <p:cNvPr id="236"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K-Means Clustering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Hierarchical Clustering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DBSCAN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PCA</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t-SNE</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504000" y="74160"/>
            <a:ext cx="9070200" cy="124884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Unsupervised Learning Examples</a:t>
            </a:r>
            <a:br>
              <a:rPr sz="4400"/>
            </a:br>
            <a:endParaRPr b="0" lang="en-GB" sz="4400" spc="-1" strike="noStrike">
              <a:latin typeface="Arial"/>
            </a:endParaRPr>
          </a:p>
        </p:txBody>
      </p:sp>
      <p:sp>
        <p:nvSpPr>
          <p:cNvPr id="23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47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Customer Segmentation: Amazon groups customers by buying habits for targeted marketing.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Anomaly Detection: PayPal identifies fraudulent transactions by spotting unusual patterns.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Recommendation Systems: Amazon’s “Frequently bought together” suggests products based on purchase history.</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Dimensionality Reduction: Used in genomics to simplify data analysis, like in gene expression studies.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Topic Modeling: Google News groups articles into topics like sports or technology for better organization.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Social Network Analysis: LinkedIn finds professional networks to suggest connections.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Market Basket Analysis: Walmart places related items together, like diapers and beer, based on co-purchases.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4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7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Application           | Type       | Description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 | ---------- | ------------------------------------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Customer Segmentation | Clustering | Group customers by behavior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Topic Modeling        | Clustering | Discover topics in documents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Anomaly Detection     | Clustering | Identify unusual behavior in systems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Reinforcement Learning</a:t>
            </a:r>
            <a:endParaRPr b="0" lang="en-GB" sz="4400" spc="-1" strike="noStrike">
              <a:latin typeface="Arial"/>
            </a:endParaRPr>
          </a:p>
        </p:txBody>
      </p:sp>
      <p:sp>
        <p:nvSpPr>
          <p:cNvPr id="24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83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algorithm learns by interacting with an environment. It performs actions and receives rewards or penalties based on those actions. The goal is to learn a policy (a strategy) that maximizes the cumulative reward over time.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Analogy: Learning to play a game by trial and error, where you get points for good moves and lose points for bad ones.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marL="432000" indent="-324000" algn="ctr">
              <a:lnSpc>
                <a:spcPct val="100000"/>
              </a:lnSpc>
              <a:spcBef>
                <a:spcPts val="1417"/>
              </a:spcBef>
              <a:buClr>
                <a:srgbClr val="000000"/>
              </a:buClr>
              <a:buSzPct val="45000"/>
              <a:buFont typeface="Wingdings" charset="2"/>
              <a:buChar char=""/>
            </a:pPr>
            <a:r>
              <a:rPr b="0" lang="en-GB" sz="4400" spc="-1" strike="noStrike">
                <a:latin typeface="Arial"/>
              </a:rPr>
              <a:t>Key Components:</a:t>
            </a:r>
            <a:endParaRPr b="0" lang="en-GB" sz="4400" spc="-1" strike="noStrike">
              <a:latin typeface="Arial"/>
            </a:endParaRPr>
          </a:p>
        </p:txBody>
      </p:sp>
      <p:sp>
        <p:nvSpPr>
          <p:cNvPr id="24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Agent: The learner or decision-maker.</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Environment: The world the agent interacts with.</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State: The current situation of the agent in the environment.</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Action: A move the agent can make.</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Reward (or Penalty): Feedback from the environment based on the action taken.</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Example: Training a robot to navigate a maze by rewarding it for reaching the exit and penalizing it for hitting walls.</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The Machine Learning Workflow</a:t>
            </a:r>
            <a:endParaRPr b="0" lang="en-GB" sz="4400" spc="-1" strike="noStrike">
              <a:latin typeface="Arial"/>
            </a:endParaRPr>
          </a:p>
        </p:txBody>
      </p:sp>
      <p:sp>
        <p:nvSpPr>
          <p:cNvPr id="24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52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Problem Definition: Clearly understand the problem you want to solve and whether ML is the right approach.</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Data Collection: Gather relevant data.</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Data Preprocessing: Clean the data (handle missing values, outliers), transform it (feature scaling, encoding categorical variables), and split it into training and testing sets. This is often the most time-consuming part!</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Model Selection: Choose an appropriate ML algorithm based on the problem type (classification, regression, clustering) and the nature of your data.</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Model Training: Feed the training data to the selected algorithm to learn the model parameters.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4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6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Model Evaluation: Assess the model's performance on the test data using appropriate metrics (e.g., accuracy, precision, recall for classification; mean squared error for regression).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Parameter Tuning (Hyperparameter Optimization): Adjust the algorithm's settings (hyperparameters) to improve performance.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Deployment: Integrate the trained model into a real-world application to make predictions on new data.</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Monitoring &amp; Maintenance: Continuously monitor the model's performance in production and retrain it as needed with new data.</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Applications of Machine Learning</a:t>
            </a:r>
            <a:endParaRPr b="0" lang="en-GB" sz="4400" spc="-1" strike="noStrike">
              <a:latin typeface="Arial"/>
            </a:endParaRPr>
          </a:p>
        </p:txBody>
      </p:sp>
      <p:sp>
        <p:nvSpPr>
          <p:cNvPr id="25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Healthcare: Disease diagnosis, drug discovery, personalized medicine.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Finance: Fraud detection, algorithmic trading, credit scoring.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Retail: Recommendation systems, customer churn prediction, demand forecasting.</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Transportation: Self-driving cars, traffic prediction, route optimization.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Entertainment: Content recommendation (Netflix, Spotify), game AI.</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5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Manufacturing: Predictive maintenance, quality control.</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Natural Language Processing (NLP): Machine translation, sentiment analysis, chatbots.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Computer Vision: Image recognition, object detection, facial recognition.</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54"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K-Means Clustering</a:t>
            </a:r>
            <a:endParaRPr b="0" lang="en-GB" sz="4400" spc="-1" strike="noStrike">
              <a:latin typeface="Arial"/>
            </a:endParaRPr>
          </a:p>
        </p:txBody>
      </p:sp>
      <p:sp>
        <p:nvSpPr>
          <p:cNvPr id="25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5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K-Means is one of the simplest and most popular unsupervised learning algorithms.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K-Means is a clustering algorithm, which means its goal is to group similar data points together into a predefined number (K) of distinct, non-overlapping subgroups called clusters.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5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80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algorithm tries to make the data points within each cluster as similar as possible (high intra-cluster similarity) while making the data points in different clusters as dissimilar as possible (low inter-cluster similarity).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It achieves this by iteratively assigning data points to the nearest cluster "center" (called a centroid) and then re-calculating the centroid based on the mean of the points assigned to it.</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504000" y="74160"/>
            <a:ext cx="9070200" cy="124884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How K-Means Works (The Algorithm Steps):</a:t>
            </a:r>
            <a:endParaRPr b="0" lang="en-GB" sz="4400" spc="-1" strike="noStrike">
              <a:latin typeface="Arial"/>
            </a:endParaRPr>
          </a:p>
        </p:txBody>
      </p:sp>
      <p:sp>
        <p:nvSpPr>
          <p:cNvPr id="26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7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Choose the Number of Clusters (K): This is a crucial first step. You, the user, must specify how many clusters you expect to find in the data. There are methods to help choose an optimal K (like the Elbow method, discussed later).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Initialize Centroids: Randomly select K data points from your dataset to serve as the initial centroids. Alternatively, centroids can be initialized using other strategies like K-Means++.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6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55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Assign Data Points to Clusters (Assignment Step):</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For each data point in your dataset, calculate its distance to every centroid. Common distance metrics include: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Euclidean Distance: The most common, representing the straight-line distance between two points.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For two points P=(p 1,p2,...,pn ) and Q=(q1,q2,...,qn),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Euclidean distance is  (p1 −q 1 ) 2+(p2−q2 )2 +...+(pn −qn)2</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Assign the data point to the cluster whose centroid is closest (i.e., has the minimum distance).</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6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Update Centroids (Update Step):</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Once all data points have been assigned to a cluster, recalculate the centroid for each of the K clusters.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new centroid of a cluster is the mean (average) of all the data points currently assigned to that cluster. This is why it's called "K-Means."</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6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5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Repeat and Converge: Repeat steps 3 and 4 iteratively. The algorithm has converged when:</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cluster assignments of the data points no longer change between iterations.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centroids no longer move significantly.</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A predefined maximum number of iterations is reached</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2400" spc="-1" strike="noStrike">
                <a:latin typeface="Arial"/>
              </a:rPr>
              <a:t>K-Means Clustering Algorithm</a:t>
            </a:r>
            <a:endParaRPr b="0" lang="en-GB" sz="2400" spc="-1" strike="noStrike">
              <a:latin typeface="Arial"/>
            </a:endParaRPr>
          </a:p>
        </p:txBody>
      </p:sp>
      <p:sp>
        <p:nvSpPr>
          <p:cNvPr id="26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81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K-Means Clustering Algorithm involves the following steps: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1: Calculate the number of K (Clusters).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2: Randomly select K data points as cluster center.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3: Using the Euclidean distance formula measure the distance between each data point and each cluster center.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pic>
        <p:nvPicPr>
          <p:cNvPr id="269" name="" descr=""/>
          <p:cNvPicPr/>
          <p:nvPr/>
        </p:nvPicPr>
        <p:blipFill>
          <a:blip r:embed="rId1"/>
          <a:stretch/>
        </p:blipFill>
        <p:spPr>
          <a:xfrm>
            <a:off x="2362680" y="4167000"/>
            <a:ext cx="2856240" cy="33192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71"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1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4: Assign each data point to that cluster whose center is nearest to that data point.</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5: Re-compute the center of newly formed clusters. The center of a cluster is computed by taking the mean of all the data points contained in that cluster.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6: Keep repeating the procedure from Step 3 to Step 5 until any of the following stopping criteria is met</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If data points fall in the same cluster</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Reached maximum of iteration</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newly formed cluster does not change in center points</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73"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endParaRPr b="0" lang="en-GB" sz="3200" spc="-1" strike="noStrike">
              <a:latin typeface="Arial"/>
            </a:endParaRPr>
          </a:p>
        </p:txBody>
      </p:sp>
      <p:pic>
        <p:nvPicPr>
          <p:cNvPr id="274" name="" descr=""/>
          <p:cNvPicPr/>
          <p:nvPr/>
        </p:nvPicPr>
        <p:blipFill>
          <a:blip r:embed="rId1"/>
          <a:stretch/>
        </p:blipFill>
        <p:spPr>
          <a:xfrm>
            <a:off x="504000" y="360000"/>
            <a:ext cx="9034920" cy="449892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2400" spc="-1" strike="noStrike">
                <a:latin typeface="Arial"/>
              </a:rPr>
              <a:t>Example</a:t>
            </a:r>
            <a:endParaRPr b="0" lang="en-GB" sz="2400" spc="-1" strike="noStrike">
              <a:latin typeface="Arial"/>
            </a:endParaRPr>
          </a:p>
        </p:txBody>
      </p:sp>
      <p:sp>
        <p:nvSpPr>
          <p:cNvPr id="27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7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Lets consider we have cluster points P1(1,3) , P2(2,2) , P3(5,8) , P4(8,5) , P5(3,9) , P6(10,7) , P7(3,3) , P8(9,4) , P9(3,7).</a:t>
            </a:r>
            <a:endParaRPr b="0" lang="en-GB" sz="3200" spc="-1" strike="noStrike">
              <a:latin typeface="Arial"/>
            </a:endParaRPr>
          </a:p>
          <a:p>
            <a:pPr>
              <a:lnSpc>
                <a:spcPct val="100000"/>
              </a:lnSpc>
              <a:spcBef>
                <a:spcPts val="1417"/>
              </a:spcBef>
              <a:buNone/>
            </a:pP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First, we take our K value as 3 and we assume that our Initial cluster centers are P7(3,3), P9(3,7), P8(9,4) as C1, C2, C3. We will find out the new centroids after 2 iterations for the above data points.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78"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9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1</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Find the distance between data points and Centroids. which data points have a minimum distance that points moved to the nearest cluster centroid.</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pic>
        <p:nvPicPr>
          <p:cNvPr id="279" name="" descr=""/>
          <p:cNvPicPr/>
          <p:nvPr/>
        </p:nvPicPr>
        <p:blipFill>
          <a:blip r:embed="rId1"/>
          <a:stretch/>
        </p:blipFill>
        <p:spPr>
          <a:xfrm>
            <a:off x="1822680" y="3987000"/>
            <a:ext cx="3576240" cy="69192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p:nvPr>
        </p:nvSpPr>
        <p:spPr>
          <a:xfrm>
            <a:off x="504000" y="540000"/>
            <a:ext cx="9070200" cy="4678920"/>
          </a:xfrm>
          <a:prstGeom prst="rect">
            <a:avLst/>
          </a:prstGeom>
          <a:noFill/>
          <a:ln w="0">
            <a:noFill/>
          </a:ln>
        </p:spPr>
        <p:txBody>
          <a:bodyPr lIns="0" rIns="0" tIns="0" bIns="0" anchor="t">
            <a:normAutofit fontScale="55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Iteration 1</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Calcualte the distance between data points and K (C1,C2,C3)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C1P1 =&gt;(3,3)(1,3) =&gt; sqrt[(1–3)²+(3–3)²] =&gt; sqrt[4] =&gt;2</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C2P1 =&gt;(3,7)(1,3)=&gt; sqrt[(1–3)²+(3–7)²] =&gt; sqrt[20] =&gt;4.5</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C3P1 =&gt;(9,4)(1,3) =&gt; sqrt[(1–9)²+(3–4)²]=&gt; sqrt[65] =&gt;8.1</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For P2,</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C1P2 =&gt;(3,3)(2,2) =&gt; sqrt[(2–3)²+(2–3)²] =&gt; sqrt[2] =&gt;1.4</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C2P2 =&gt;(3,7)(2,2)=&gt; sqrt[(2–3)²+(2–7)²] =&gt; sqrt[26] =&gt;5.1</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C3P2 =&gt;(9,4)(2,2) =&gt; sqrt[(2–9)²+(2–4)²]=&gt; sqrt[53] =&gt;7.3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For P3,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C1P2 =&gt;(3,3)(5,8) =&gt; sqrt[(5–3)²+(8–3)²] =&gt; sqrt[29] =&gt;5.3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C2P2 =&gt;(3,7)(5,8)=&gt; sqrt[(5–3)²+(8–7)²] =&gt; sqrt[5] =&gt;2.2</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C3P2 =&gt;(9,4)(5,8) =&gt; sqrt[(5–9)²+(8–4)²]=&gt; sqrt[32] =&gt;5.7</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2400" spc="-1" strike="noStrike">
                <a:latin typeface="Arial"/>
              </a:rPr>
              <a:t>Similarly for other distances..</a:t>
            </a:r>
            <a:endParaRPr b="0" lang="en-GB" sz="2400" spc="-1" strike="noStrike">
              <a:latin typeface="Arial"/>
            </a:endParaRPr>
          </a:p>
        </p:txBody>
      </p:sp>
      <p:sp>
        <p:nvSpPr>
          <p:cNvPr id="282" name="PlaceHolder 2"/>
          <p:cNvSpPr>
            <a:spLocks noGrp="1"/>
          </p:cNvSpPr>
          <p:nvPr>
            <p:ph/>
          </p:nvPr>
        </p:nvSpPr>
        <p:spPr>
          <a:xfrm>
            <a:off x="360000" y="1326600"/>
            <a:ext cx="9070200" cy="32868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pic>
        <p:nvPicPr>
          <p:cNvPr id="283" name="" descr=""/>
          <p:cNvPicPr/>
          <p:nvPr/>
        </p:nvPicPr>
        <p:blipFill>
          <a:blip r:embed="rId1"/>
          <a:stretch/>
        </p:blipFill>
        <p:spPr>
          <a:xfrm>
            <a:off x="919440" y="1172160"/>
            <a:ext cx="8342640" cy="397476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p:nvPr>
        </p:nvSpPr>
        <p:spPr>
          <a:xfrm>
            <a:off x="504000" y="360000"/>
            <a:ext cx="9070200" cy="4858920"/>
          </a:xfrm>
          <a:prstGeom prst="rect">
            <a:avLst/>
          </a:prstGeom>
          <a:noFill/>
          <a:ln w="0">
            <a:noFill/>
          </a:ln>
        </p:spPr>
        <p:txBody>
          <a:bodyPr lIns="0" rIns="0" tIns="0" bIns="0" anchor="t">
            <a:normAutofit fontScale="7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1 =&gt; P1(1,3) , P2(2,2) , P7(3,3)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2 =&gt; P3(5,8) , P5(3,9) , P9(3,7)</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3 =&gt; P4(8,5) , P6(10,7) , P8(9,4)</a:t>
            </a:r>
            <a:endParaRPr b="0" lang="en-GB" sz="3200" spc="-1" strike="noStrike">
              <a:latin typeface="Arial"/>
            </a:endParaRPr>
          </a:p>
          <a:p>
            <a:pPr>
              <a:lnSpc>
                <a:spcPct val="100000"/>
              </a:lnSpc>
              <a:spcBef>
                <a:spcPts val="1417"/>
              </a:spcBef>
              <a:buNone/>
            </a:pP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Now, We re-compute the new clusters and the new cluster center is computed by taking the mean of all the points contained in that particular cluster.</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New center of Cluster 1 =&gt; (1+2+3)/3 , (3+2+3)/3 =&gt; 2,2.7</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New center of Cluster 2 =&gt; (5+3+3)/3 , (8+9+7)/3 =&gt; 3.7,8</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New center of Cluster 3 =&gt; (8+10+9)/3 , (5+7+4)/3 =&gt; 9,5.3</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p:nvPr>
        </p:nvSpPr>
        <p:spPr>
          <a:xfrm>
            <a:off x="504000" y="540000"/>
            <a:ext cx="9070200" cy="4678920"/>
          </a:xfrm>
          <a:prstGeom prst="rect">
            <a:avLst/>
          </a:prstGeom>
          <a:noFill/>
          <a:ln w="0">
            <a:noFill/>
          </a:ln>
        </p:spPr>
        <p:txBody>
          <a:bodyPr lIns="0" rIns="0" tIns="0" bIns="0" anchor="t">
            <a:normAutofit fontScale="74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Iteration 1 is over. Now, let us take our new center points and repeat the same steps which are to calculate the distance between data points and new center points with the Euclidean formula and find cluster groups.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Iteration 2</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Calcualte the distance between data points and K (C1,C2,C3)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C1(2,2.7) , C2(3.7,8) , C3(9,5.3)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C1P1 =&gt;(2,2.7)(1,3) =&gt; sqrt[(1–2)²+(3–2.7)²] =&gt; sqrt[1.1] =&gt;1.0</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C2P1 =&gt;(3.7,8)(1,3)=&gt; sqrt[(1–3.7)²+(3–8)²] =&gt; sqrt[32.29] =&gt;4.5</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C3P1 =&gt;(9,5.3)(1,3) =&gt; sqrt[(1–9)²+(3–5.3)²]=&gt; sqrt[69.29] =&gt;8.3</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2400" spc="-1" strike="noStrike">
                <a:latin typeface="Arial"/>
              </a:rPr>
              <a:t>Similarly for other distances</a:t>
            </a:r>
            <a:endParaRPr b="0" lang="en-GB" sz="2400" spc="-1" strike="noStrike">
              <a:latin typeface="Arial"/>
            </a:endParaRPr>
          </a:p>
        </p:txBody>
      </p:sp>
      <p:sp>
        <p:nvSpPr>
          <p:cNvPr id="287"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endParaRPr b="0" lang="en-GB" sz="3200" spc="-1" strike="noStrike">
              <a:latin typeface="Arial"/>
            </a:endParaRPr>
          </a:p>
        </p:txBody>
      </p:sp>
      <p:pic>
        <p:nvPicPr>
          <p:cNvPr id="288" name="" descr=""/>
          <p:cNvPicPr/>
          <p:nvPr/>
        </p:nvPicPr>
        <p:blipFill>
          <a:blip r:embed="rId1"/>
          <a:stretch/>
        </p:blipFill>
        <p:spPr>
          <a:xfrm>
            <a:off x="720000" y="1326600"/>
            <a:ext cx="6856560" cy="376092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90"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4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1 =&gt; P1(1,3) , P2(2,2) , P7(3,3)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2 =&gt; P3(5,8) , P5(3,9) , P9(3,7)</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3 =&gt; P4(8,5) , P6(10,7) , P8(9,4)</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Center of Cluster 1 =&gt; (1+2+3)/3 , (3+2+3)/3 =&gt; 2,2.7</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Center of Cluster 2 =&gt; (5+3+3)/3 , (8+9+7)/3 =&gt; 3.7,8</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Center of Cluster 3 =&gt; (8+10+9)/3 , (5+7+4)/3 =&gt; 9,5.3</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We got the same centroid and cluster groups which indicates that this dataset has only 2 groups. K-Means clustering stops iteration because of the same cluster repeating so no need to continue iteration and display the last iteration as the best cluster groups for this dataset.</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p:nvPr>
        </p:nvSpPr>
        <p:spPr>
          <a:xfrm>
            <a:off x="504000" y="720000"/>
            <a:ext cx="9070200" cy="38934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Below graph explained the difference between iterations 1 and 2. We can see centroids (green dot) changed in the 2nd Iteration.</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pic>
        <p:nvPicPr>
          <p:cNvPr id="292" name="" descr=""/>
          <p:cNvPicPr/>
          <p:nvPr/>
        </p:nvPicPr>
        <p:blipFill>
          <a:blip r:embed="rId1"/>
          <a:stretch/>
        </p:blipFill>
        <p:spPr>
          <a:xfrm>
            <a:off x="0" y="2520000"/>
            <a:ext cx="10079640" cy="377892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2400" spc="-1" strike="noStrike">
                <a:latin typeface="Arial"/>
              </a:rPr>
              <a:t>Example: Segmenting Online Shoppers Based on Purchase Behavior</a:t>
            </a:r>
            <a:endParaRPr b="0" lang="en-GB" sz="2400" spc="-1" strike="noStrike">
              <a:latin typeface="Arial"/>
            </a:endParaRPr>
          </a:p>
        </p:txBody>
      </p:sp>
      <p:sp>
        <p:nvSpPr>
          <p:cNvPr id="29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An e-commerce company wants to group its customers into distinct segments to tailor marketing strategies.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They use K-means clustering to categorize customers based on two key features:</a:t>
            </a:r>
            <a:endParaRPr b="0" lang="en-GB" sz="3200" spc="-1" strike="noStrike">
              <a:latin typeface="Arial"/>
            </a:endParaRPr>
          </a:p>
          <a:p>
            <a:pPr>
              <a:lnSpc>
                <a:spcPct val="100000"/>
              </a:lnSpc>
              <a:spcBef>
                <a:spcPts val="1417"/>
              </a:spcBef>
              <a:buNone/>
            </a:pP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Annual Spending (in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Number of Purchases per Year</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marL="432000" indent="-324000" algn="ctr">
              <a:lnSpc>
                <a:spcPct val="100000"/>
              </a:lnSpc>
              <a:spcBef>
                <a:spcPts val="1417"/>
              </a:spcBef>
              <a:buClr>
                <a:srgbClr val="000000"/>
              </a:buClr>
              <a:buSzPct val="45000"/>
              <a:buFont typeface="Wingdings" charset="2"/>
              <a:buChar char=""/>
            </a:pPr>
            <a:r>
              <a:rPr b="0" lang="en-GB" sz="2400" spc="-1" strike="noStrike">
                <a:latin typeface="Arial"/>
              </a:rPr>
              <a:t>Step 1: Data Collection</a:t>
            </a:r>
            <a:endParaRPr b="0" lang="en-GB" sz="2400" spc="-1" strike="noStrike">
              <a:latin typeface="Arial"/>
            </a:endParaRPr>
          </a:p>
        </p:txBody>
      </p:sp>
      <p:sp>
        <p:nvSpPr>
          <p:cNvPr id="296"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63000"/>
          </a:bodyPr>
          <a:p>
            <a:pPr>
              <a:lnSpc>
                <a:spcPct val="100000"/>
              </a:lnSpc>
              <a:spcBef>
                <a:spcPts val="1417"/>
              </a:spcBef>
              <a:buNone/>
            </a:pP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company collects data from 500 customers: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Customer ID</a:t>
            </a:r>
            <a:r>
              <a:rPr b="0" lang="en-GB" sz="3200" spc="-1" strike="noStrike">
                <a:latin typeface="Arial"/>
              </a:rPr>
              <a:t>	</a:t>
            </a:r>
            <a:r>
              <a:rPr b="0" lang="en-GB" sz="3200" spc="-1" strike="noStrike">
                <a:latin typeface="Arial"/>
              </a:rPr>
              <a:t>Annual Spending ($)</a:t>
            </a:r>
            <a:r>
              <a:rPr b="0" lang="en-GB" sz="3200" spc="-1" strike="noStrike">
                <a:latin typeface="Arial"/>
              </a:rPr>
              <a:t>	</a:t>
            </a:r>
            <a:r>
              <a:rPr b="0" lang="en-GB" sz="3200" spc="-1" strike="noStrike">
                <a:latin typeface="Arial"/>
              </a:rPr>
              <a:t>Number of Purchases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1</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1200</a:t>
            </a:r>
            <a:r>
              <a:rPr b="0" lang="en-GB" sz="3200" spc="-1" strike="noStrike">
                <a:latin typeface="Arial"/>
              </a:rPr>
              <a:t>	</a:t>
            </a:r>
            <a:r>
              <a:rPr b="0" lang="en-GB" sz="3200" spc="-1" strike="noStrike">
                <a:latin typeface="Arial"/>
              </a:rPr>
              <a:t>                      15</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2</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800</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10</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500</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3000</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	</a:t>
            </a:r>
            <a:r>
              <a:rPr b="0" lang="en-GB" sz="3200" spc="-1" strike="noStrike">
                <a:latin typeface="Arial"/>
              </a:rPr>
              <a:t>25</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98"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Step 2: Choosing K (Number of Clusters)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Using the Elbow Method, they determine that K=3 (Low, Medium, High-value customers) is optimal.</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marL="432000" indent="-324000" algn="ctr">
              <a:lnSpc>
                <a:spcPct val="100000"/>
              </a:lnSpc>
              <a:spcBef>
                <a:spcPts val="1417"/>
              </a:spcBef>
              <a:buClr>
                <a:srgbClr val="000000"/>
              </a:buClr>
              <a:buSzPct val="45000"/>
              <a:buFont typeface="Wingdings" charset="2"/>
              <a:buChar char=""/>
            </a:pPr>
            <a:r>
              <a:rPr b="0" lang="en-GB" sz="2400" spc="-1" strike="noStrike">
                <a:latin typeface="Arial"/>
              </a:rPr>
              <a:t>Step 3: Applying K-means Clustering</a:t>
            </a:r>
            <a:endParaRPr b="0" lang="en-GB" sz="2400" spc="-1" strike="noStrike">
              <a:latin typeface="Arial"/>
            </a:endParaRPr>
          </a:p>
        </p:txBody>
      </p:sp>
      <p:sp>
        <p:nvSpPr>
          <p:cNvPr id="300" name="PlaceHolder 2"/>
          <p:cNvSpPr>
            <a:spLocks noGrp="1"/>
          </p:cNvSpPr>
          <p:nvPr>
            <p:ph/>
          </p:nvPr>
        </p:nvSpPr>
        <p:spPr>
          <a:xfrm>
            <a:off x="504000" y="1080000"/>
            <a:ext cx="9070200" cy="4138920"/>
          </a:xfrm>
          <a:prstGeom prst="rect">
            <a:avLst/>
          </a:prstGeom>
          <a:noFill/>
          <a:ln w="0">
            <a:noFill/>
          </a:ln>
        </p:spPr>
        <p:txBody>
          <a:bodyPr lIns="0" rIns="0" tIns="0" bIns="0" anchor="t">
            <a:normAutofit fontScale="4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algorithm groups customers into 3 </a:t>
            </a:r>
            <a:r>
              <a:rPr b="0" lang="en-GB" sz="3200" spc="-1" strike="noStrike">
                <a:latin typeface="Arial"/>
              </a:rPr>
              <a:t>clusters: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1 (Low-Value Customers):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Low annual spending (~$500)</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Few purchases (~5/year)</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Marketing strategy: Discounts to encourage more </a:t>
            </a:r>
            <a:r>
              <a:rPr b="0" lang="en-GB" sz="2800" spc="-1" strike="noStrike">
                <a:latin typeface="Arial"/>
              </a:rPr>
              <a:t>purchases.</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2 (Medium-Value Customers):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Moderate spending (~$1500)</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Moderate purchases (~12/year)</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Strategy: Loyalty programs to increase retention.</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Cluster 3 (High-Value Customers):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High spending (~$3000+)</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Frequent purchases (~20+/year)</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Strategy: Exclusive offers &amp; premium support.</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marL="432000" indent="-324000" algn="ctr">
              <a:lnSpc>
                <a:spcPct val="100000"/>
              </a:lnSpc>
              <a:spcBef>
                <a:spcPts val="1417"/>
              </a:spcBef>
              <a:buClr>
                <a:srgbClr val="000000"/>
              </a:buClr>
              <a:buSzPct val="45000"/>
              <a:buFont typeface="Wingdings" charset="2"/>
              <a:buChar char=""/>
            </a:pPr>
            <a:r>
              <a:rPr b="0" lang="en-GB" sz="2400" spc="-1" strike="noStrike">
                <a:latin typeface="Arial"/>
              </a:rPr>
              <a:t>Step 4: Business Impact</a:t>
            </a:r>
            <a:endParaRPr b="0" lang="en-GB" sz="2400" spc="-1" strike="noStrike">
              <a:latin typeface="Arial"/>
            </a:endParaRPr>
          </a:p>
        </p:txBody>
      </p:sp>
      <p:sp>
        <p:nvSpPr>
          <p:cNvPr id="302"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82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By targeting each group differently, the company improves: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Customer retention (by personalizing offers)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Revenue (upselling high-value customers)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Marketing efficiency (reducing ad spend on low-value customers)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504000" y="226080"/>
            <a:ext cx="9070200" cy="94500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Output Explanation</a:t>
            </a:r>
            <a:endParaRPr b="0" lang="en-GB" sz="4400" spc="-1" strike="noStrike">
              <a:latin typeface="Arial"/>
            </a:endParaRPr>
          </a:p>
        </p:txBody>
      </p:sp>
      <p:sp>
        <p:nvSpPr>
          <p:cNvPr id="304" name="PlaceHolder 2"/>
          <p:cNvSpPr>
            <a:spLocks noGrp="1"/>
          </p:cNvSpPr>
          <p:nvPr>
            <p:ph/>
          </p:nvPr>
        </p:nvSpPr>
        <p:spPr>
          <a:xfrm>
            <a:off x="504000" y="1326600"/>
            <a:ext cx="9070200" cy="3286800"/>
          </a:xfrm>
          <a:prstGeom prst="rect">
            <a:avLst/>
          </a:prstGeom>
          <a:noFill/>
          <a:ln w="0">
            <a:noFill/>
          </a:ln>
        </p:spPr>
        <p:txBody>
          <a:bodyPr lIns="0" rIns="0" tIns="0" bIns="0" anchor="t">
            <a:normAutofit fontScale="78000"/>
          </a:bodyPr>
          <a:p>
            <a:pPr marL="432000" indent="-324000">
              <a:lnSpc>
                <a:spcPct val="100000"/>
              </a:lnSpc>
              <a:buClr>
                <a:srgbClr val="000000"/>
              </a:buClr>
              <a:buFont typeface="Wingdings" charset="2"/>
              <a:buChar char=""/>
            </a:pPr>
            <a:r>
              <a:rPr b="0" lang="en-GB" sz="1800" spc="-1" strike="noStrike">
                <a:latin typeface="Arial"/>
              </a:rPr>
              <a:t>Initial State (Before 1st Iteration)</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Gray points: Raw data.</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Red X: Randomly initialized centroids.</a:t>
            </a:r>
            <a:endParaRPr b="0" lang="en-GB" sz="1800" spc="-1" strike="noStrike">
              <a:latin typeface="Arial"/>
            </a:endParaRPr>
          </a:p>
          <a:p>
            <a:pPr marL="432000" indent="-324000">
              <a:lnSpc>
                <a:spcPct val="100000"/>
              </a:lnSpc>
              <a:buClr>
                <a:srgbClr val="000000"/>
              </a:buClr>
              <a:buFont typeface="Wingdings" charset="2"/>
              <a:buChar char=""/>
            </a:pPr>
            <a:r>
              <a:rPr b="0" lang="en-GB" sz="1800" spc="-1" strike="noStrike">
                <a:latin typeface="Arial"/>
              </a:rPr>
              <a:t>After Each Iteration</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Colored points: Cluster assignments.</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Black X: Centroids from the previous iteration.</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Yellow *: Updated centroids.</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Arrows (optional): Show centroid movement direction.</a:t>
            </a:r>
            <a:endParaRPr b="0" lang="en-GB" sz="1800" spc="-1" strike="noStrike">
              <a:latin typeface="Arial"/>
            </a:endParaRPr>
          </a:p>
          <a:p>
            <a:pPr marL="432000" indent="-324000">
              <a:lnSpc>
                <a:spcPct val="100000"/>
              </a:lnSpc>
              <a:buClr>
                <a:srgbClr val="000000"/>
              </a:buClr>
              <a:buFont typeface="Wingdings" charset="2"/>
              <a:buChar char=""/>
            </a:pPr>
            <a:r>
              <a:rPr b="0" lang="en-GB" sz="1800" spc="-1" strike="noStrike">
                <a:latin typeface="Arial"/>
              </a:rPr>
              <a:t>Final State</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Centroids stabilize (no more changes).</a:t>
            </a:r>
            <a:endParaRPr b="0" lang="en-GB" sz="1800" spc="-1" strike="noStrike">
              <a:latin typeface="Arial"/>
            </a:endParaRPr>
          </a:p>
          <a:p>
            <a:pPr lvl="1" marL="864000" indent="-324000">
              <a:lnSpc>
                <a:spcPct val="100000"/>
              </a:lnSpc>
              <a:spcBef>
                <a:spcPts val="1134"/>
              </a:spcBef>
              <a:buClr>
                <a:srgbClr val="000000"/>
              </a:buClr>
              <a:buSzPct val="75000"/>
              <a:buFont typeface="Symbol"/>
              <a:buChar char=""/>
            </a:pPr>
            <a:r>
              <a:rPr b="0" lang="en-GB" sz="1800" spc="-1" strike="noStrike">
                <a:latin typeface="Arial"/>
              </a:rPr>
              <a:t>Clear separation into 3 clusters.</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Example Output</a:t>
            </a:r>
            <a:endParaRPr b="0" lang="en-GB" sz="4400" spc="-1" strike="noStrike">
              <a:latin typeface="Arial"/>
            </a:endParaRPr>
          </a:p>
        </p:txBody>
      </p:sp>
      <p:sp>
        <p:nvSpPr>
          <p:cNvPr id="306"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07" name="" descr=""/>
          <p:cNvPicPr/>
          <p:nvPr/>
        </p:nvPicPr>
        <p:blipFill>
          <a:blip r:embed="rId1"/>
          <a:stretch/>
        </p:blipFill>
        <p:spPr>
          <a:xfrm>
            <a:off x="540000" y="1326600"/>
            <a:ext cx="8999280" cy="335268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Example Output</a:t>
            </a:r>
            <a:endParaRPr b="0" lang="en-GB" sz="4400" spc="-1" strike="noStrike">
              <a:latin typeface="Arial"/>
            </a:endParaRPr>
          </a:p>
        </p:txBody>
      </p:sp>
      <p:sp>
        <p:nvSpPr>
          <p:cNvPr id="309"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10" name="" descr=""/>
          <p:cNvPicPr/>
          <p:nvPr/>
        </p:nvPicPr>
        <p:blipFill>
          <a:blip r:embed="rId1"/>
          <a:stretch/>
        </p:blipFill>
        <p:spPr>
          <a:xfrm>
            <a:off x="720000" y="226080"/>
            <a:ext cx="8855280" cy="499320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Example Output</a:t>
            </a:r>
            <a:endParaRPr b="0" lang="en-GB" sz="4400" spc="-1" strike="noStrike">
              <a:latin typeface="Arial"/>
            </a:endParaRPr>
          </a:p>
        </p:txBody>
      </p:sp>
      <p:sp>
        <p:nvSpPr>
          <p:cNvPr id="312"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13" name="" descr=""/>
          <p:cNvPicPr/>
          <p:nvPr/>
        </p:nvPicPr>
        <p:blipFill>
          <a:blip r:embed="rId1"/>
          <a:stretch/>
        </p:blipFill>
        <p:spPr>
          <a:xfrm>
            <a:off x="360000" y="252720"/>
            <a:ext cx="9359280" cy="520920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15"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16" name="" descr=""/>
          <p:cNvPicPr/>
          <p:nvPr/>
        </p:nvPicPr>
        <p:blipFill>
          <a:blip r:embed="rId1"/>
          <a:stretch/>
        </p:blipFill>
        <p:spPr>
          <a:xfrm>
            <a:off x="504000" y="252720"/>
            <a:ext cx="9071280" cy="520920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1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19" name="" descr=""/>
          <p:cNvPicPr/>
          <p:nvPr/>
        </p:nvPicPr>
        <p:blipFill>
          <a:blip r:embed="rId1"/>
          <a:stretch/>
        </p:blipFill>
        <p:spPr>
          <a:xfrm>
            <a:off x="504000" y="252720"/>
            <a:ext cx="9071280" cy="520920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21"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22" name="" descr=""/>
          <p:cNvPicPr/>
          <p:nvPr/>
        </p:nvPicPr>
        <p:blipFill>
          <a:blip r:embed="rId1"/>
          <a:stretch/>
        </p:blipFill>
        <p:spPr>
          <a:xfrm>
            <a:off x="504000" y="252720"/>
            <a:ext cx="9215280" cy="520920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24"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25" name="" descr=""/>
          <p:cNvPicPr/>
          <p:nvPr/>
        </p:nvPicPr>
        <p:blipFill>
          <a:blip r:embed="rId1"/>
          <a:stretch/>
        </p:blipFill>
        <p:spPr>
          <a:xfrm>
            <a:off x="540000" y="252720"/>
            <a:ext cx="8999280" cy="5209200"/>
          </a:xfrm>
          <a:prstGeom prst="rect">
            <a:avLst/>
          </a:prstGeom>
          <a:ln w="0">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27"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28" name="" descr=""/>
          <p:cNvPicPr/>
          <p:nvPr/>
        </p:nvPicPr>
        <p:blipFill>
          <a:blip r:embed="rId1"/>
          <a:stretch/>
        </p:blipFill>
        <p:spPr>
          <a:xfrm>
            <a:off x="504000" y="252720"/>
            <a:ext cx="9071280" cy="5209200"/>
          </a:xfrm>
          <a:prstGeom prst="rect">
            <a:avLst/>
          </a:prstGeom>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30"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31" name="" descr=""/>
          <p:cNvPicPr/>
          <p:nvPr/>
        </p:nvPicPr>
        <p:blipFill>
          <a:blip r:embed="rId1"/>
          <a:stretch/>
        </p:blipFill>
        <p:spPr>
          <a:xfrm>
            <a:off x="504000" y="252720"/>
            <a:ext cx="9071280" cy="5209200"/>
          </a:xfrm>
          <a:prstGeom prst="rect">
            <a:avLst/>
          </a:prstGeom>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33"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34" name="" descr=""/>
          <p:cNvPicPr/>
          <p:nvPr/>
        </p:nvPicPr>
        <p:blipFill>
          <a:blip r:embed="rId1"/>
          <a:stretch/>
        </p:blipFill>
        <p:spPr>
          <a:xfrm>
            <a:off x="504000" y="252720"/>
            <a:ext cx="9071280" cy="5209200"/>
          </a:xfrm>
          <a:prstGeom prst="rect">
            <a:avLst/>
          </a:prstGeom>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36"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3200" spc="-1" strike="noStrike">
              <a:latin typeface="Arial"/>
            </a:endParaRPr>
          </a:p>
        </p:txBody>
      </p:sp>
      <p:pic>
        <p:nvPicPr>
          <p:cNvPr id="337" name="" descr=""/>
          <p:cNvPicPr/>
          <p:nvPr/>
        </p:nvPicPr>
        <p:blipFill>
          <a:blip r:embed="rId1"/>
          <a:stretch/>
        </p:blipFill>
        <p:spPr>
          <a:xfrm>
            <a:off x="540000" y="252720"/>
            <a:ext cx="9035280" cy="5209200"/>
          </a:xfrm>
          <a:prstGeom prst="rect">
            <a:avLst/>
          </a:prstGeom>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Neural Networks (NN)</a:t>
            </a:r>
            <a:endParaRPr b="0" lang="en-GB" sz="4400" spc="-1" strike="noStrike">
              <a:latin typeface="Arial"/>
            </a:endParaRPr>
          </a:p>
        </p:txBody>
      </p:sp>
      <p:sp>
        <p:nvSpPr>
          <p:cNvPr id="339"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lnSpc>
                <a:spcPct val="100000"/>
              </a:lnSpc>
              <a:buClr>
                <a:srgbClr val="000000"/>
              </a:buClr>
              <a:buFont typeface="Wingdings" charset="2"/>
              <a:buChar char=""/>
            </a:pPr>
            <a:r>
              <a:rPr b="0" lang="en-GB" sz="1800" spc="-1" strike="noStrike">
                <a:latin typeface="Arial"/>
              </a:rPr>
              <a:t>A neural network is a computational model inspired by the structure and functioning of the human brain.</a:t>
            </a:r>
            <a:endParaRPr b="0" lang="en-GB" sz="1800" spc="-1" strike="noStrike">
              <a:latin typeface="Arial"/>
            </a:endParaRPr>
          </a:p>
          <a:p>
            <a:pPr>
              <a:lnSpc>
                <a:spcPct val="100000"/>
              </a:lnSpc>
              <a:buNone/>
            </a:pPr>
            <a:endParaRPr b="0" lang="en-GB" sz="1800" spc="-1" strike="noStrike">
              <a:latin typeface="Arial"/>
            </a:endParaRPr>
          </a:p>
          <a:p>
            <a:pPr marL="432000" indent="-324000">
              <a:lnSpc>
                <a:spcPct val="100000"/>
              </a:lnSpc>
              <a:buClr>
                <a:srgbClr val="000000"/>
              </a:buClr>
              <a:buFont typeface="Wingdings" charset="2"/>
              <a:buChar char=""/>
            </a:pPr>
            <a:r>
              <a:rPr b="0" lang="en-GB" sz="1800" spc="-1" strike="noStrike">
                <a:latin typeface="Arial"/>
              </a:rPr>
              <a:t> </a:t>
            </a:r>
            <a:r>
              <a:rPr b="0" lang="en-GB" sz="1800" spc="-1" strike="noStrike">
                <a:latin typeface="Arial"/>
              </a:rPr>
              <a:t>It consists of interconnected nodes (called neurons or units) that work together to process information and solve complex problems. </a:t>
            </a:r>
            <a:endParaRPr b="0" lang="en-GB" sz="1800" spc="-1" strike="noStrike">
              <a:latin typeface="Arial"/>
            </a:endParaRPr>
          </a:p>
          <a:p>
            <a:pPr>
              <a:lnSpc>
                <a:spcPct val="100000"/>
              </a:lnSpc>
              <a:buNone/>
            </a:pPr>
            <a:endParaRPr b="0" lang="en-GB" sz="1800" spc="-1" strike="noStrike">
              <a:latin typeface="Arial"/>
            </a:endParaRPr>
          </a:p>
          <a:p>
            <a:pPr marL="432000" indent="-324000">
              <a:lnSpc>
                <a:spcPct val="100000"/>
              </a:lnSpc>
              <a:buClr>
                <a:srgbClr val="000000"/>
              </a:buClr>
              <a:buFont typeface="Wingdings" charset="2"/>
              <a:buChar char=""/>
            </a:pPr>
            <a:r>
              <a:rPr b="0" lang="en-GB" sz="1800" spc="-1" strike="noStrike">
                <a:latin typeface="Arial"/>
              </a:rPr>
              <a:t>Neural networks are widely used in machine learning and deep learning for tasks such as image recognition, natural language processing, speech recognition, and more.</a:t>
            </a:r>
            <a:endParaRPr b="0" lang="en-GB" sz="1800" spc="-1" strike="noStrike">
              <a:latin typeface="Arial"/>
            </a:endParaRPr>
          </a:p>
          <a:p>
            <a:pPr>
              <a:lnSpc>
                <a:spcPct val="100000"/>
              </a:lnSpc>
              <a:buNone/>
            </a:pP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41" name="PlaceHolder 2"/>
          <p:cNvSpPr>
            <a:spLocks noGrp="1"/>
          </p:cNvSpPr>
          <p:nvPr>
            <p:ph/>
          </p:nvPr>
        </p:nvSpPr>
        <p:spPr>
          <a:xfrm>
            <a:off x="288360" y="1260000"/>
            <a:ext cx="9071280" cy="3287880"/>
          </a:xfrm>
          <a:prstGeom prst="rect">
            <a:avLst/>
          </a:prstGeom>
          <a:noFill/>
          <a:ln w="0">
            <a:noFill/>
          </a:ln>
        </p:spPr>
        <p:txBody>
          <a:bodyPr lIns="0" rIns="0" tIns="0" bIns="0" anchor="t">
            <a:normAutofit/>
          </a:bodyPr>
          <a:p>
            <a:pPr marL="432000" indent="-324000">
              <a:lnSpc>
                <a:spcPct val="100000"/>
              </a:lnSpc>
              <a:buClr>
                <a:srgbClr val="000000"/>
              </a:buClr>
              <a:buFont typeface="Wingdings" charset="2"/>
              <a:buChar char=""/>
            </a:pPr>
            <a:r>
              <a:rPr b="0" lang="en-GB" sz="1800" spc="-1" strike="noStrike">
                <a:latin typeface="Arial"/>
              </a:rPr>
              <a:t>Neural networks are designed to mimic the way biological neurons communicate with each other through synapses. </a:t>
            </a:r>
            <a:endParaRPr b="0" lang="en-GB" sz="1800" spc="-1" strike="noStrike">
              <a:latin typeface="Arial"/>
            </a:endParaRPr>
          </a:p>
          <a:p>
            <a:pPr marL="432000" indent="-324000">
              <a:lnSpc>
                <a:spcPct val="100000"/>
              </a:lnSpc>
              <a:buClr>
                <a:srgbClr val="000000"/>
              </a:buClr>
              <a:buFont typeface="Wingdings" charset="2"/>
              <a:buChar char=""/>
            </a:pPr>
            <a:r>
              <a:rPr b="0" lang="en-GB" sz="1800" spc="-1" strike="noStrike">
                <a:latin typeface="Arial"/>
              </a:rPr>
              <a:t>They learn patterns from data and generalize to make predictions or decisions.</a:t>
            </a:r>
            <a:endParaRPr b="0" lang="en-GB" sz="1800" spc="-1" strike="noStrike">
              <a:latin typeface="Arial"/>
            </a:endParaRPr>
          </a:p>
        </p:txBody>
      </p:sp>
      <p:pic>
        <p:nvPicPr>
          <p:cNvPr id="342" name="" descr=""/>
          <p:cNvPicPr/>
          <p:nvPr/>
        </p:nvPicPr>
        <p:blipFill>
          <a:blip r:embed="rId1"/>
          <a:srcRect l="35197" t="50387" r="21936" b="19901"/>
          <a:stretch/>
        </p:blipFill>
        <p:spPr>
          <a:xfrm>
            <a:off x="1440360" y="2340000"/>
            <a:ext cx="6659280" cy="2519640"/>
          </a:xfrm>
          <a:prstGeom prst="rect">
            <a:avLst/>
          </a:prstGeom>
          <a:ln w="0">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Biological Inspiration</a:t>
            </a:r>
            <a:endParaRPr b="0" lang="en-GB" sz="4400" spc="-1" strike="noStrike">
              <a:latin typeface="Arial"/>
            </a:endParaRPr>
          </a:p>
        </p:txBody>
      </p:sp>
      <p:sp>
        <p:nvSpPr>
          <p:cNvPr id="34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1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Human Neuron</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Cell body (soma): Processes incoming signals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Dendrites: Receive signals from other neurons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Axon: Transmits signals to other neurons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Synapses: Connection points between neurons</a:t>
            </a:r>
            <a:endParaRPr b="0" lang="en-GB" sz="2800" spc="-1" strike="noStrike">
              <a:latin typeface="Arial"/>
            </a:endParaRPr>
          </a:p>
          <a:p>
            <a:pPr>
              <a:lnSpc>
                <a:spcPct val="100000"/>
              </a:lnSpc>
              <a:spcBef>
                <a:spcPts val="1417"/>
              </a:spcBef>
              <a:buNone/>
            </a:pP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How it translates to artificial networks: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Biological neurons → Artificial nodes/neurons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Synaptic strength → Connection weights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Neural firing → Activation functions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Learning → Weight adjustment</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504000" y="74160"/>
            <a:ext cx="9071280" cy="12499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Structure of Artificial Neural Networks</a:t>
            </a:r>
            <a:endParaRPr b="0" lang="en-GB" sz="4400" spc="-1" strike="noStrike">
              <a:latin typeface="Arial"/>
            </a:endParaRPr>
          </a:p>
        </p:txBody>
      </p:sp>
      <p:sp>
        <p:nvSpPr>
          <p:cNvPr id="346"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6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Basic Components: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r>
              <a:rPr b="0" lang="en-GB" sz="3200" spc="-1" strike="noStrike">
                <a:latin typeface="Arial"/>
              </a:rPr>
              <a:t>Neurons (Nodes)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Basic processing units that receive inputs, process them, and produce outputs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Each neuron applies a mathematical function to its inputs</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Connections (Weights)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Links between neurons that carry signals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Each connection has a weight that determines the strength of the signal</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Positive weights = excitatory, Negative weights = inhibitory</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48"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61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Layers</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Input Layer: Receives raw data</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Hidden Layer(s): Process data through weighted connections and activation functions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Output Layer: Produces final results</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Activation Functions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Mathematical functions that determine if a neuron should be activated:</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Sigmoid: σ(x) = 1/(1 + e^(-x)) - Output between 0 and 1</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ReLU: f(x) = max(0, x) - Most popular in modern networks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Tanh: f(x) = (e^x - e^(-x))/(e^x + e^(-x)) - Output between -1 and 1</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Basic Architecture</a:t>
            </a:r>
            <a:endParaRPr b="0" lang="en-GB" sz="4400" spc="-1" strike="noStrike">
              <a:latin typeface="Arial"/>
            </a:endParaRPr>
          </a:p>
        </p:txBody>
      </p:sp>
      <p:sp>
        <p:nvSpPr>
          <p:cNvPr id="35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1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A typical neural network is organized into layers: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Input Layer: This layer receives the raw input data.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Each neuron in the input layer represents a feature of the input.</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For example, if you're trying to predict house prices, input features might include square footage, number of bedrooms, and location.</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Hidden Layer(s): These layers are located between the input and output layers. This is where most of the "computation" happens.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Neurons in hidden layers transform the input data through a series of weighted sums and activation functions.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A network can have zero or many hidden layers.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Networks with multiple hidden layers are often called deep neural networks.</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52"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9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Output Layer: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This layer produces the final result of the network. </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structure of the output layer depends on the task:</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For classification tasks (e.g., identifying if an image is a cat or a dog), it might have one neuron for each class.</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For regression tasks (e.g., predicting a house price), it might have a single neuron outputting a numerical value.</a:t>
            </a:r>
            <a:endParaRPr b="0" lang="en-GB" sz="2800" spc="-1" strike="noStrike">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Components of a Neuron</a:t>
            </a:r>
            <a:endParaRPr b="0" lang="en-GB" sz="4400" spc="-1" strike="noStrike">
              <a:latin typeface="Arial"/>
            </a:endParaRPr>
          </a:p>
        </p:txBody>
      </p:sp>
      <p:sp>
        <p:nvSpPr>
          <p:cNvPr id="35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Weights: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Each connection between neurons has an associated weight. </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These weights determine the strength of the connection and are the primary parameters the network learns during training.</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Bias: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Each neuron (except input neurons, typically) has a bias term.</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The bias allows the neuron to be activated even when all its inputs are zero, providing more flexibility to the model.</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56"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68000"/>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Activation Function: </a:t>
            </a:r>
            <a:endParaRPr b="0" lang="en-GB" sz="32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After a neuron calculates a weighted sum of its inputs and adds the bias, an activation function is applied. </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This function introduces non-linearity into the model, allowing it to learn more complex patterns. </a:t>
            </a:r>
            <a:endParaRPr b="0" lang="en-GB" sz="2800" spc="-1" strike="noStrike">
              <a:latin typeface="Arial"/>
            </a:endParaRPr>
          </a:p>
          <a:p>
            <a:pPr lvl="1" marL="864000" indent="-324000">
              <a:lnSpc>
                <a:spcPct val="100000"/>
              </a:lnSpc>
              <a:spcBef>
                <a:spcPts val="1134"/>
              </a:spcBef>
              <a:buClr>
                <a:srgbClr val="000000"/>
              </a:buClr>
              <a:buSzPct val="75000"/>
              <a:buFont typeface="Symbol"/>
              <a:buChar char=""/>
            </a:pPr>
            <a:r>
              <a:rPr b="0" lang="en-GB" sz="2800" spc="-1" strike="noStrike">
                <a:latin typeface="Arial"/>
              </a:rPr>
              <a:t>Common activation functions include Sigmoid, ReLU (Rectified Linear Unit), and Tanh.</a:t>
            </a:r>
            <a:endParaRPr b="0" lang="en-GB" sz="28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5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Mathematically, the output y of a single neuron can be represented as: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 </a:t>
            </a:r>
            <a:endParaRPr b="0" lang="en-GB" sz="3200" spc="-1" strike="noStrike">
              <a:latin typeface="Arial"/>
            </a:endParaRPr>
          </a:p>
        </p:txBody>
      </p:sp>
      <p:pic>
        <p:nvPicPr>
          <p:cNvPr id="359" name="" descr=""/>
          <p:cNvPicPr/>
          <p:nvPr/>
        </p:nvPicPr>
        <p:blipFill>
          <a:blip r:embed="rId1"/>
          <a:srcRect l="31233" t="34511" r="24980" b="27378"/>
          <a:stretch/>
        </p:blipFill>
        <p:spPr>
          <a:xfrm>
            <a:off x="1080000" y="2340000"/>
            <a:ext cx="8099640" cy="269964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lnSpc>
                <a:spcPct val="100000"/>
              </a:lnSpc>
              <a:buNone/>
            </a:pPr>
            <a:r>
              <a:rPr b="0" lang="en-GB" sz="4400" spc="-1" strike="noStrike">
                <a:latin typeface="Arial"/>
              </a:rPr>
              <a:t>Perceptrons</a:t>
            </a:r>
            <a:endParaRPr b="0" lang="en-GB" sz="4400" spc="-1" strike="noStrike">
              <a:latin typeface="Arial"/>
            </a:endParaRPr>
          </a:p>
        </p:txBody>
      </p:sp>
      <p:sp>
        <p:nvSpPr>
          <p:cNvPr id="361" name="PlaceHolder 2"/>
          <p:cNvSpPr>
            <a:spLocks noGrp="1"/>
          </p:cNvSpPr>
          <p:nvPr>
            <p:ph/>
          </p:nvPr>
        </p:nvSpPr>
        <p:spPr>
          <a:xfrm>
            <a:off x="504000" y="1620000"/>
            <a:ext cx="9071280" cy="32878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pc="-1" strike="noStrike">
                <a:latin typeface="Arial"/>
              </a:rPr>
              <a:t>The Perceptron defines the first step into Neural Networks.</a:t>
            </a:r>
            <a:endParaRPr b="0" lang="en-GB" sz="3200" spc="-1" strike="noStrike">
              <a:latin typeface="Arial"/>
            </a:endParaRPr>
          </a:p>
          <a:p>
            <a:pPr marL="432000" indent="-324000">
              <a:lnSpc>
                <a:spcPct val="100000"/>
              </a:lnSpc>
              <a:spcBef>
                <a:spcPts val="1417"/>
              </a:spcBef>
              <a:buClr>
                <a:srgbClr val="000000"/>
              </a:buClr>
              <a:buSzPct val="45000"/>
              <a:buFont typeface="Wingdings" charset="2"/>
              <a:buChar char=""/>
            </a:pPr>
            <a:r>
              <a:rPr b="0" lang="en-GB" sz="3200" spc="-1" strike="noStrike">
                <a:latin typeface="Arial"/>
              </a:rPr>
              <a:t>It represents a single neuron with only one input layer, and no hidden layers.</a:t>
            </a:r>
            <a:endParaRPr b="0" lang="en-GB" sz="3200" spc="-1" strike="noStrike">
              <a:latin typeface="Arial"/>
            </a:endParaRPr>
          </a:p>
        </p:txBody>
      </p:sp>
      <p:pic>
        <p:nvPicPr>
          <p:cNvPr id="362" name="" descr=""/>
          <p:cNvPicPr/>
          <p:nvPr/>
        </p:nvPicPr>
        <p:blipFill>
          <a:blip r:embed="rId1"/>
          <a:srcRect l="23937" t="53550" r="48688" b="14687"/>
          <a:stretch/>
        </p:blipFill>
        <p:spPr>
          <a:xfrm>
            <a:off x="2520000" y="3744000"/>
            <a:ext cx="2699280" cy="179928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504000" y="-238680"/>
            <a:ext cx="9071280" cy="1875240"/>
          </a:xfrm>
          <a:prstGeom prst="rect">
            <a:avLst/>
          </a:prstGeom>
          <a:noFill/>
          <a:ln w="0">
            <a:noFill/>
          </a:ln>
        </p:spPr>
        <p:txBody>
          <a:bodyPr lIns="0" rIns="0" tIns="0" bIns="0" anchor="ctr">
            <a:noAutofit/>
          </a:bodyPr>
          <a:p>
            <a:pPr algn="ctr">
              <a:buNone/>
            </a:pPr>
            <a:r>
              <a:rPr b="0" lang="en-GB" sz="4400" spc="-1" strike="noStrike">
                <a:latin typeface="Arial"/>
              </a:rPr>
              <a:t>How Neural Networks Work</a:t>
            </a:r>
            <a:br>
              <a:rPr sz="4400"/>
            </a:br>
            <a:br>
              <a:rPr sz="4400"/>
            </a:br>
            <a:endParaRPr b="0" lang="en-GB" sz="4400" spc="-1" strike="noStrike">
              <a:latin typeface="Arial"/>
            </a:endParaRPr>
          </a:p>
        </p:txBody>
      </p:sp>
      <p:sp>
        <p:nvSpPr>
          <p:cNvPr id="36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1000"/>
          </a:bodyPr>
          <a:p>
            <a:pPr marL="432000" indent="-324000">
              <a:spcBef>
                <a:spcPts val="1769"/>
              </a:spcBef>
              <a:buClr>
                <a:srgbClr val="000000"/>
              </a:buClr>
              <a:buSzPct val="45000"/>
              <a:buFont typeface="Wingdings" charset="2"/>
              <a:buChar char=""/>
            </a:pPr>
            <a:r>
              <a:rPr b="0" lang="en-GB" sz="4000" spc="-1" strike="noStrike">
                <a:latin typeface="Arial"/>
              </a:rPr>
              <a:t>Neural networks operate in two phases: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Forward Propagation:</a:t>
            </a:r>
            <a:endParaRPr b="0" lang="en-GB" sz="40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Input data passes through the layers.</a:t>
            </a:r>
            <a:endParaRPr b="0" lang="en-GB" sz="28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Each neuron computes a weighted sum of inputs, adds a bias, and applies an activation function.</a:t>
            </a:r>
            <a:endParaRPr b="0" lang="en-GB" sz="28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The output layer produces the final prediction.</a:t>
            </a:r>
            <a:endParaRPr b="0" lang="en-GB" sz="28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Backpropagation:</a:t>
            </a:r>
            <a:endParaRPr b="0" lang="en-GB" sz="40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The network compares the predicted output to the actual output using a loss function (e.g., Mean Squared Error for regression, Cross-Entropy for classification).</a:t>
            </a:r>
            <a:endParaRPr b="0" lang="en-GB" sz="28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The error is propagated backward to update weights and biases using an optimization algorithm like Gradient Descent.</a:t>
            </a:r>
            <a:endParaRPr b="0" lang="en-GB" sz="28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Simple Neural Network Architecture</a:t>
            </a:r>
            <a:endParaRPr b="0" lang="en-GB" sz="4400" spc="-1" strike="noStrike">
              <a:latin typeface="Arial"/>
            </a:endParaRPr>
          </a:p>
        </p:txBody>
      </p:sp>
      <p:sp>
        <p:nvSpPr>
          <p:cNvPr id="366"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p:txBody>
      </p:sp>
      <p:pic>
        <p:nvPicPr>
          <p:cNvPr id="367" name="" descr=""/>
          <p:cNvPicPr/>
          <p:nvPr/>
        </p:nvPicPr>
        <p:blipFill>
          <a:blip r:embed="rId1"/>
          <a:srcRect l="29412" t="24995" r="14040" b="1991"/>
          <a:stretch/>
        </p:blipFill>
        <p:spPr>
          <a:xfrm>
            <a:off x="360000" y="1171800"/>
            <a:ext cx="9215280" cy="4407840"/>
          </a:xfrm>
          <a:prstGeom prst="rect">
            <a:avLst/>
          </a:prstGeom>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69"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75000"/>
          </a:bodyPr>
          <a:p>
            <a:pPr marL="432000" indent="-324000">
              <a:spcBef>
                <a:spcPts val="1769"/>
              </a:spcBef>
              <a:buClr>
                <a:srgbClr val="000000"/>
              </a:buClr>
              <a:buSzPct val="45000"/>
              <a:buFont typeface="Wingdings" charset="2"/>
              <a:buChar char=""/>
            </a:pPr>
            <a:r>
              <a:rPr b="0" lang="en-GB" sz="4000" spc="-1" strike="noStrike">
                <a:latin typeface="Arial"/>
              </a:rPr>
              <a:t>Input Layer: 2 neurons (x₁, x₂)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Hidden Layer: 2 neurons (h₁, h₂)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Output Layer: 1 neuron (y)</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Activation Function: Sigmoid σ(z) = 1/(1 + e^(-z))</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Function: Mean Squared Error L = ½(target - predicted)²</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71"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3000"/>
          </a:bodyPr>
          <a:p>
            <a:pPr marL="432000" indent="-324000">
              <a:spcBef>
                <a:spcPts val="1769"/>
              </a:spcBef>
              <a:buClr>
                <a:srgbClr val="000000"/>
              </a:buClr>
              <a:buSzPct val="45000"/>
              <a:buFont typeface="Wingdings" charset="2"/>
              <a:buChar char=""/>
            </a:pPr>
            <a:r>
              <a:rPr b="0" lang="en-GB" sz="4000" spc="-1" strike="noStrike">
                <a:latin typeface="Arial"/>
              </a:rPr>
              <a:t>Initial Weights and Biases: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Input to Hidden weights: W₁ = [[0.5, -0.3], [0.2, 0.8]]</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Hidden to Output weights: W₂ = [[0.4], [0.6]]</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Hidden biases: b₁ = [0.1, -0.2]</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Output bias: b₂ = [0.3]</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Training Example:</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Input: x = [1.0, 0.5]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Target: t = 0.8</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Part 1: Forward Propagation</a:t>
            </a:r>
            <a:endParaRPr b="0" lang="en-GB" sz="4400" spc="-1" strike="noStrike">
              <a:latin typeface="Arial"/>
            </a:endParaRPr>
          </a:p>
        </p:txBody>
      </p:sp>
      <p:sp>
        <p:nvSpPr>
          <p:cNvPr id="373"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47000"/>
          </a:bodyPr>
          <a:p>
            <a:pPr marL="432000" indent="-324000">
              <a:spcBef>
                <a:spcPts val="1769"/>
              </a:spcBef>
              <a:buClr>
                <a:srgbClr val="000000"/>
              </a:buClr>
              <a:buSzPct val="45000"/>
              <a:buFont typeface="Wingdings" charset="2"/>
              <a:buChar char=""/>
            </a:pPr>
            <a:r>
              <a:rPr b="0" lang="en-GB" sz="4000" spc="-1" strike="noStrike">
                <a:latin typeface="Arial"/>
              </a:rPr>
              <a:t>Step 1: Input to Hidden Layer</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Calculate Hidden Layer Input (z₁):</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z₁₁ = (x₁ × w₁₁) + (x₂ × w₂₁) + b₁₁</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z₁₁ = (1.0 × 0.5) + (0.5 × 0.2) + 0.1</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z₁₁ = 0.5 + 0.1 + 0.1 = 0.7</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z₁₂ = (x₁ × w₁₂) + (x₂ × w₂₂) + b₁₂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z₁₂ = (1.0 × -0.3) + (0.5 × 0.8) + (-0.2)</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z₁₂ = -0.3 + 0.4 - 0.2 = -0.1</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Apply Activation Function (Sigmoid)</a:t>
            </a:r>
            <a:endParaRPr b="0" lang="en-GB" sz="4400" spc="-1" strike="noStrike">
              <a:latin typeface="Arial"/>
            </a:endParaRPr>
          </a:p>
        </p:txBody>
      </p:sp>
      <p:sp>
        <p:nvSpPr>
          <p:cNvPr id="375"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spcBef>
                <a:spcPts val="1769"/>
              </a:spcBef>
              <a:buClr>
                <a:srgbClr val="000000"/>
              </a:buClr>
              <a:buSzPct val="45000"/>
              <a:buFont typeface="Wingdings" charset="2"/>
              <a:buChar char=""/>
            </a:pPr>
            <a:r>
              <a:rPr b="0" lang="en-GB" sz="4000" spc="-1" strike="noStrike">
                <a:latin typeface="Arial"/>
              </a:rPr>
              <a:t>h₁ = σ(z₁₁) = σ(0.7) = 1/(1 + e^(-0.7)) = 1/(1 + 0.497) = 0.668</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h₂ = σ(z₁₂) = σ(-0.1) = 1/(1 + e^(0.1)) = 1/(1 + 1.105) = 0.475</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Step 2: Hidden to Output Layer</a:t>
            </a:r>
            <a:endParaRPr b="0" lang="en-GB" sz="4400" spc="-1" strike="noStrike">
              <a:latin typeface="Arial"/>
            </a:endParaRPr>
          </a:p>
        </p:txBody>
      </p:sp>
      <p:sp>
        <p:nvSpPr>
          <p:cNvPr id="377"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6000"/>
          </a:bodyPr>
          <a:p>
            <a:pPr marL="432000" indent="-324000">
              <a:spcBef>
                <a:spcPts val="1769"/>
              </a:spcBef>
              <a:buClr>
                <a:srgbClr val="000000"/>
              </a:buClr>
              <a:buSzPct val="45000"/>
              <a:buFont typeface="Wingdings" charset="2"/>
              <a:buChar char=""/>
            </a:pPr>
            <a:r>
              <a:rPr b="0" lang="en-GB" sz="4000" spc="-1" strike="noStrike">
                <a:latin typeface="Arial"/>
              </a:rPr>
              <a:t>Calculate Output Layer Input (z₂):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z₂ = (h₁ × w₂₁) + (h₂ × w₂₂) + b₂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z₂ = (0.668 × 0.4) + (0.475 × 0.6) + 0.3</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z₂ = 0.267 + 0.285 + 0.3 = 0.852</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Apply Activation Function:</a:t>
            </a:r>
            <a:endParaRPr b="0" lang="en-GB" sz="4400" spc="-1" strike="noStrike">
              <a:latin typeface="Arial"/>
            </a:endParaRPr>
          </a:p>
        </p:txBody>
      </p:sp>
      <p:sp>
        <p:nvSpPr>
          <p:cNvPr id="379"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64000"/>
          </a:bodyPr>
          <a:p>
            <a:pPr marL="432000" indent="-324000">
              <a:spcBef>
                <a:spcPts val="1769"/>
              </a:spcBef>
              <a:buClr>
                <a:srgbClr val="000000"/>
              </a:buClr>
              <a:buSzPct val="45000"/>
              <a:buFont typeface="Wingdings" charset="2"/>
              <a:buChar char=""/>
            </a:pPr>
            <a:r>
              <a:rPr b="0" lang="en-GB" sz="4000" spc="-1" strike="noStrike">
                <a:latin typeface="Arial"/>
              </a:rPr>
              <a:t>y = σ(z₂) = σ(0.852) = 1/(1 + e^(-0.852)) = 1/(1 + 0.427) = 0.701.</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Step 3: Calculate Loss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 ½(target - predicted)²</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 ½(0.8 - 0.701)²</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 ½(0.099)²</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 ½(0.0098) = 0.0049</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Forward Propagation Summary</a:t>
            </a:r>
            <a:endParaRPr b="0" lang="en-GB" sz="4400" spc="-1" strike="noStrike">
              <a:latin typeface="Arial"/>
            </a:endParaRPr>
          </a:p>
        </p:txBody>
      </p:sp>
      <p:sp>
        <p:nvSpPr>
          <p:cNvPr id="381"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8000"/>
          </a:bodyPr>
          <a:p>
            <a:pPr marL="432000" indent="-324000">
              <a:spcBef>
                <a:spcPts val="1769"/>
              </a:spcBef>
              <a:buClr>
                <a:srgbClr val="000000"/>
              </a:buClr>
              <a:buSzPct val="45000"/>
              <a:buFont typeface="Wingdings" charset="2"/>
              <a:buChar char=""/>
            </a:pPr>
            <a:r>
              <a:rPr b="0" lang="en-GB" sz="4000" spc="-1" strike="noStrike">
                <a:latin typeface="Arial"/>
              </a:rPr>
              <a:t>Input: [1.0, 0.5]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Hidden activations: [0.668, 0.475]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Output: 0.701</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Target: 0.8</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0.0049</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Part 2: Backward Propagation</a:t>
            </a:r>
            <a:endParaRPr b="0" lang="en-GB" sz="4400" spc="-1" strike="noStrike">
              <a:latin typeface="Arial"/>
            </a:endParaRPr>
          </a:p>
        </p:txBody>
      </p:sp>
      <p:sp>
        <p:nvSpPr>
          <p:cNvPr id="383"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spcBef>
                <a:spcPts val="1769"/>
              </a:spcBef>
              <a:buClr>
                <a:srgbClr val="000000"/>
              </a:buClr>
              <a:buSzPct val="45000"/>
              <a:buFont typeface="Wingdings" charset="2"/>
              <a:buChar char=""/>
            </a:pPr>
            <a:r>
              <a:rPr b="0" lang="en-GB" sz="4000" spc="-1" strike="noStrike">
                <a:latin typeface="Arial"/>
              </a:rPr>
              <a:t>Step 1: Output Layer Gradients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Calculate Output Error (δ₃):</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δ₃ = (predicted - target) × σ'(z₂)</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85"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73000"/>
          </a:bodyPr>
          <a:p>
            <a:pPr marL="432000" indent="-324000">
              <a:spcBef>
                <a:spcPts val="1769"/>
              </a:spcBef>
              <a:buClr>
                <a:srgbClr val="000000"/>
              </a:buClr>
              <a:buSzPct val="45000"/>
              <a:buFont typeface="Wingdings" charset="2"/>
              <a:buChar char=""/>
            </a:pPr>
            <a:r>
              <a:rPr b="0" lang="en-GB" sz="4000" spc="-1" strike="noStrike">
                <a:latin typeface="Arial"/>
              </a:rPr>
              <a:t>First, calculate sigmoid derivative:</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σ'(z₂) = σ(z₂) × (1 - σ(z₂)) = 0.701 × (1 - 0.701) = 0.701 × 0.299 = 0.210</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Then:</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δ₃ = (0.701 - 0.8) × 0.210 = (-0.099) × 0.210 = -0.021</a:t>
            </a:r>
            <a:endParaRPr b="0" lang="en-GB" sz="4000" spc="-1" strike="noStrike">
              <a:latin typeface="Arial"/>
            </a:endParaRPr>
          </a:p>
        </p:txBody>
      </p:sp>
      <p:pic>
        <p:nvPicPr>
          <p:cNvPr id="386" name="" descr=""/>
          <p:cNvPicPr/>
          <p:nvPr/>
        </p:nvPicPr>
        <p:blipFill>
          <a:blip r:embed="rId1"/>
          <a:stretch/>
        </p:blipFill>
        <p:spPr>
          <a:xfrm>
            <a:off x="3060000" y="1692000"/>
            <a:ext cx="3600000" cy="828000"/>
          </a:xfrm>
          <a:prstGeom prst="rect">
            <a:avLst/>
          </a:prstGeom>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88"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79000"/>
          </a:bodyPr>
          <a:p>
            <a:pPr marL="432000" indent="-324000">
              <a:spcBef>
                <a:spcPts val="1769"/>
              </a:spcBef>
              <a:buClr>
                <a:srgbClr val="000000"/>
              </a:buClr>
              <a:buSzPct val="45000"/>
              <a:buFont typeface="Wingdings" charset="2"/>
              <a:buChar char=""/>
            </a:pPr>
            <a:r>
              <a:rPr b="0" lang="en-GB" sz="4000" spc="-1" strike="noStrike">
                <a:latin typeface="Arial"/>
              </a:rPr>
              <a:t>Calculate Weight Gradients (Hidden to Output):</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L/∂w₂₁ = δ₃ × h₁ = -0.021 × 0.668 = -0.014</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L/∂w₂₂ = δ₃ × h₂ = -0.021 × 0.475 = -0.010</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Calculate Bias Gradient (Output):</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L/∂b₂ = δ₃ = -0.021</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r>
              <a:rPr b="0" lang="en-GB" sz="4400" spc="-1" strike="noStrike">
                <a:latin typeface="Arial"/>
              </a:rPr>
              <a:t>Step 2: Hidden Layer Gradients</a:t>
            </a:r>
            <a:endParaRPr b="0" lang="en-GB" sz="4400" spc="-1" strike="noStrike">
              <a:latin typeface="Arial"/>
            </a:endParaRPr>
          </a:p>
        </p:txBody>
      </p:sp>
      <p:sp>
        <p:nvSpPr>
          <p:cNvPr id="39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1000"/>
          </a:bodyPr>
          <a:p>
            <a:pPr marL="432000" indent="-324000">
              <a:spcBef>
                <a:spcPts val="1769"/>
              </a:spcBef>
              <a:buClr>
                <a:srgbClr val="000000"/>
              </a:buClr>
              <a:buSzPct val="45000"/>
              <a:buFont typeface="Wingdings" charset="2"/>
              <a:buChar char=""/>
            </a:pPr>
            <a:r>
              <a:rPr b="0" lang="en-GB" sz="4000" spc="-1" strike="noStrike">
                <a:latin typeface="Arial"/>
              </a:rPr>
              <a:t>Calculate Hidden Layer Errors (δ₂):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For h₁:</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σ'(z₁₁) = h₁ × (1 - h₁) = 0.668 × (1 - 0.668) = 0.668 × 0.332 = 0.222</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δ₂₁ = (δ₃ × w₂₁) × σ'(z₁₁) = (-0.021 × 0.4) × 0.222 = -0.0084 × 0.222 = -0.0019</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For h₂:</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σ'(z₁₂) = h₂ × (1 - h₂) = 0.475 × (1 - 0.475) = 0.475 × 0.525 = 0.249</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δ₂₂ = (δ₃ × w₂₂) × σ'(z₁₂) = (-0.021 × 0.6) × 0.249 = -0.0126 × 0.249 = -0.0031</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92"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3000"/>
          </a:bodyPr>
          <a:p>
            <a:pPr marL="432000" indent="-324000">
              <a:spcBef>
                <a:spcPts val="1769"/>
              </a:spcBef>
              <a:buClr>
                <a:srgbClr val="000000"/>
              </a:buClr>
              <a:buSzPct val="45000"/>
              <a:buFont typeface="Wingdings" charset="2"/>
              <a:buChar char=""/>
            </a:pPr>
            <a:r>
              <a:rPr b="0" lang="en-GB" sz="4000" spc="-1" strike="noStrike">
                <a:latin typeface="Arial"/>
              </a:rPr>
              <a:t>Calculate Weight Gradients (Input to Hidden):</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L/∂w₁₁ = δ₂₁ × x₁ = -0.0019 × 1.0 = -0.0019</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L/∂w₁₂ = δ₂₁ × x₂ = -0.0019 × 0.5 = -0.00095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L/∂w₂₁ = δ₂₂ × x₁ = -0.0031 × 1.0 = -0.0031</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L/∂w₂₂ = δ₂₂ × x₂ = -0.0031 × 0.5 = -0.00155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Calculate Bias Gradients (Hidden):</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L/∂b₁₁ = δ₂₁ = -0.0019</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t>
            </a:r>
            <a:r>
              <a:rPr b="0" lang="en-GB" sz="4000" spc="-1" strike="noStrike">
                <a:latin typeface="Arial"/>
              </a:rPr>
              <a:t>L/∂b₁₂ = δ₂₂ = -0.0031</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9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67000"/>
          </a:bodyPr>
          <a:p>
            <a:pPr marL="432000" indent="-324000">
              <a:spcBef>
                <a:spcPts val="1769"/>
              </a:spcBef>
              <a:buClr>
                <a:srgbClr val="000000"/>
              </a:buClr>
              <a:buSzPct val="45000"/>
              <a:buFont typeface="Wingdings" charset="2"/>
              <a:buChar char=""/>
            </a:pPr>
            <a:r>
              <a:rPr b="0" lang="en-GB" sz="4000" spc="-1" strike="noStrike">
                <a:latin typeface="Arial"/>
              </a:rPr>
              <a:t>Part 3: Weight Updates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Using learning rate α = 0.5: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Update Hidden to Output Weights: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w₂₁_new = w₂₁_old - α × ∂L/∂w₂₁ = 0.4 - 0.5 × (-0.014) = 0.4 + 0.007 = 0.407</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w₂₂_new = w₂₂_old - α × ∂L/∂w₂₂ = 0.6 - 0.5 × (-0.010) = 0.6 + 0.005 = 0.605</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96"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54000"/>
          </a:bodyPr>
          <a:p>
            <a:pPr marL="432000" indent="-324000">
              <a:spcBef>
                <a:spcPts val="1769"/>
              </a:spcBef>
              <a:buClr>
                <a:srgbClr val="000000"/>
              </a:buClr>
              <a:buSzPct val="45000"/>
              <a:buFont typeface="Wingdings" charset="2"/>
              <a:buChar char=""/>
            </a:pPr>
            <a:r>
              <a:rPr b="0" lang="en-GB" sz="4000" spc="-1" strike="noStrike">
                <a:latin typeface="Arial"/>
              </a:rPr>
              <a:t>Update Output Bias: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b₂_new = b₂_old - α × ∂L/∂b₂ = 0.3 - 0.5 × (-0.021) = 0.3 + 0.0105 = 0.3105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Update Input to Hidden Weights: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w₁₁_new = 0.5 - 0.5 × (-0.0019) = 0.5 + 0.00095 = 0.50095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w₁₂_new = -0.3 - 0.5 × (-0.00095) = -0.3 + 0.000475 = -0.299525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w₂₁_new = 0.2 - 0.5 × (-0.0031) = 0.2 + 0.00155 = 0.20155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w₂₂_new = 0.8 - 0.5 × (-0.00155) = 0.8 + 0.000775 = 0.800775</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9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324000">
              <a:spcBef>
                <a:spcPts val="1769"/>
              </a:spcBef>
              <a:buClr>
                <a:srgbClr val="000000"/>
              </a:buClr>
              <a:buSzPct val="45000"/>
              <a:buFont typeface="Wingdings" charset="2"/>
              <a:buChar char=""/>
            </a:pPr>
            <a:r>
              <a:rPr b="0" lang="en-GB" sz="4000" spc="-1" strike="noStrike">
                <a:latin typeface="Arial"/>
              </a:rPr>
              <a:t>Update Hidden Biases:</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b₁₁_new = 0.1 - 0.5 × (-0.0019) = 0.1 + 0.00095 = 0.10095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b₁₂_new = -0.2 - 0.5 × (-0.0031) = -0.2 + 0.00155 = -0.19845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40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32000"/>
          </a:bodyPr>
          <a:p>
            <a:pPr marL="432000" indent="-324000">
              <a:spcBef>
                <a:spcPts val="1769"/>
              </a:spcBef>
              <a:buClr>
                <a:srgbClr val="000000"/>
              </a:buClr>
              <a:buSzPct val="45000"/>
              <a:buFont typeface="Wingdings" charset="2"/>
              <a:buChar char=""/>
            </a:pPr>
            <a:r>
              <a:rPr b="0" lang="en-GB" sz="4000" spc="-1" strike="noStrike">
                <a:latin typeface="Arial"/>
              </a:rPr>
              <a:t>Before Training:</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Weights W₁: [[0.5, -0.3], [0.2, 0.8]]</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Weights W₂: [[0.4], [0.6]]</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Biases b₁: [0.1, -0.2]</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Bias b₂: [0.3]</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Prediction: 0.701</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Loss: 0.0049</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 </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After Training:</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Weights W₁: [[0.50095, -0.299525], [0.20155, 0.800775]]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Weights W₂: [[0.407], [0.605]]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Biases b₁: [0.10095, -0.19845]</a:t>
            </a:r>
            <a:endParaRPr b="0" lang="en-GB" sz="4000" spc="-1" strike="noStrike">
              <a:latin typeface="Arial"/>
            </a:endParaRPr>
          </a:p>
          <a:p>
            <a:pPr marL="432000" indent="-324000">
              <a:spcBef>
                <a:spcPts val="1769"/>
              </a:spcBef>
              <a:buClr>
                <a:srgbClr val="000000"/>
              </a:buClr>
              <a:buSzPct val="45000"/>
              <a:buFont typeface="Wingdings" charset="2"/>
              <a:buChar char=""/>
            </a:pPr>
            <a:r>
              <a:rPr b="0" lang="en-GB" sz="4000" spc="-1" strike="noStrike">
                <a:latin typeface="Arial"/>
              </a:rPr>
              <a:t>Bias b₂: [0.3105]</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2025-05-27T21:52:39Z</dcterms:created>
  <dc:creator/>
  <dc:description/>
  <dc:language>en-GB</dc:language>
  <cp:lastModifiedBy/>
  <dcterms:modified xsi:type="dcterms:W3CDTF">2025-06-02T09:28:35Z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